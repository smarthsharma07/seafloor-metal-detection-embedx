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 u="sng">
                <a:solidFill>
                  <a:schemeClr val="tx1"/>
                </a:solidFill>
                <a:latin typeface="Abril Display"/>
                <a:cs typeface="Abril Display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1" i="0" u="sng">
                <a:solidFill>
                  <a:schemeClr val="tx1"/>
                </a:solidFill>
                <a:latin typeface="Abril Display"/>
                <a:cs typeface="Abril Display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59506"/>
            <a:ext cx="18288000" cy="72749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32137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8000" y="0"/>
                </a:moveTo>
                <a:lnTo>
                  <a:pt x="0" y="0"/>
                </a:lnTo>
                <a:lnTo>
                  <a:pt x="0" y="754862"/>
                </a:lnTo>
                <a:lnTo>
                  <a:pt x="18288000" y="754862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6332" y="222248"/>
            <a:ext cx="1220596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54594" y="4202135"/>
            <a:ext cx="15022194" cy="447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 u="sng">
                <a:solidFill>
                  <a:schemeClr val="tx1"/>
                </a:solidFill>
                <a:latin typeface="Abril Display"/>
                <a:cs typeface="Abril Display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8893328" y="9635368"/>
            <a:ext cx="963929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ade Gothic Next LT Pro"/>
                <a:cs typeface="Trade Gothic Next LT Pro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104614" y="9656285"/>
            <a:ext cx="182880" cy="28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lternateGotNo3D"/>
                <a:cs typeface="AlternateGotNo3D"/>
              </a:defRPr>
            </a:lvl1pPr>
          </a:lstStyle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www.researchgate.net/profile/Hamish-Biggs/publication/361598754_Drone_Flow_User_Guide_v11_-_River_remote_sensing_and_surface_velocimetry/links/62bbbfb160e77b7db83bb3bd/Drone-Flow-User-Guide-v11-River-remote-sensing-and-surface-velocimetry.pdf?_tp=eyJjb250ZXh0Ijp7ImZpcnN0UGFnZSI6InB1YmxpY2F0aW9uIiwicGFnZSI6InB1YmxpY2F0aW9uIn19" TargetMode="External"/><Relationship Id="rId4" Type="http://schemas.openxmlformats.org/officeDocument/2006/relationships/hyperlink" Target="https://www.mdpi.com/2077-1312/12/2/200/pdf?version=1705992680" TargetMode="External"/><Relationship Id="rId5" Type="http://schemas.openxmlformats.org/officeDocument/2006/relationships/hyperlink" Target="https://www.mdpi.com/1424-8220/24/19/6299/pdf?version=1727597857" TargetMode="External"/><Relationship Id="rId6" Type="http://schemas.openxmlformats.org/officeDocument/2006/relationships/hyperlink" Target="https://documentation.espressif.com/esp32-wroom-32e_esp32-wroom-32ue_datasheet_en.html" TargetMode="External"/><Relationship Id="rId7" Type="http://schemas.openxmlformats.org/officeDocument/2006/relationships/hyperlink" Target="https://pnicorp.com/wp-content/uploads/RM3100-Sensor-Suite-User-Manual-R07-1.pdf" TargetMode="External"/><Relationship Id="rId8" Type="http://schemas.openxmlformats.org/officeDocument/2006/relationships/hyperlink" Target="https://www.analog.com/en/products/max31865.html" TargetMode="External"/><Relationship Id="rId9" Type="http://schemas.openxmlformats.org/officeDocument/2006/relationships/hyperlink" Target="https://www.renesas.com/en/document/apn/cm-397-pt1001000-rtd-interface" TargetMode="External"/><Relationship Id="rId10" Type="http://schemas.openxmlformats.org/officeDocument/2006/relationships/hyperlink" Target="https://ietresearch.onlinelibrary.wiley.com/doi/full/10.1049/el.2014.3895" TargetMode="External"/><Relationship Id="rId11" Type="http://schemas.openxmlformats.org/officeDocument/2006/relationships/hyperlink" Target="https://github.com/smarthsharma07/Seafloor-Metal-Detection-EmbedX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85169" y="1277282"/>
            <a:ext cx="6958330" cy="7733030"/>
            <a:chOff x="8485169" y="1277282"/>
            <a:chExt cx="6958330" cy="7733030"/>
          </a:xfrm>
        </p:grpSpPr>
        <p:sp>
          <p:nvSpPr>
            <p:cNvPr id="3" name="object 3"/>
            <p:cNvSpPr/>
            <p:nvPr/>
          </p:nvSpPr>
          <p:spPr>
            <a:xfrm>
              <a:off x="8485169" y="1277282"/>
              <a:ext cx="6958330" cy="7733030"/>
            </a:xfrm>
            <a:custGeom>
              <a:avLst/>
              <a:gdLst/>
              <a:ahLst/>
              <a:cxnLst/>
              <a:rect l="l" t="t" r="r" b="b"/>
              <a:pathLst>
                <a:path w="6958330" h="7733030">
                  <a:moveTo>
                    <a:pt x="2809862" y="0"/>
                  </a:moveTo>
                  <a:lnTo>
                    <a:pt x="1769922" y="0"/>
                  </a:lnTo>
                  <a:lnTo>
                    <a:pt x="1730468" y="5586"/>
                  </a:lnTo>
                  <a:lnTo>
                    <a:pt x="1693600" y="21773"/>
                  </a:lnTo>
                  <a:lnTo>
                    <a:pt x="1660289" y="47698"/>
                  </a:lnTo>
                  <a:lnTo>
                    <a:pt x="1631508" y="82502"/>
                  </a:lnTo>
                  <a:lnTo>
                    <a:pt x="1608226" y="125323"/>
                  </a:lnTo>
                  <a:lnTo>
                    <a:pt x="1089367" y="1321790"/>
                  </a:lnTo>
                  <a:lnTo>
                    <a:pt x="1073189" y="1368721"/>
                  </a:lnTo>
                  <a:lnTo>
                    <a:pt x="1065099" y="1418659"/>
                  </a:lnTo>
                  <a:lnTo>
                    <a:pt x="1065099" y="1469599"/>
                  </a:lnTo>
                  <a:lnTo>
                    <a:pt x="1073189" y="1519537"/>
                  </a:lnTo>
                  <a:lnTo>
                    <a:pt x="1089367" y="1566468"/>
                  </a:lnTo>
                  <a:lnTo>
                    <a:pt x="1608226" y="2762948"/>
                  </a:lnTo>
                  <a:lnTo>
                    <a:pt x="1638222" y="2815250"/>
                  </a:lnTo>
                  <a:lnTo>
                    <a:pt x="1676438" y="2854693"/>
                  </a:lnTo>
                  <a:lnTo>
                    <a:pt x="1677797" y="2855468"/>
                  </a:lnTo>
                  <a:lnTo>
                    <a:pt x="1180401" y="4002455"/>
                  </a:lnTo>
                  <a:lnTo>
                    <a:pt x="1162019" y="4047839"/>
                  </a:lnTo>
                  <a:lnTo>
                    <a:pt x="1146979" y="4094949"/>
                  </a:lnTo>
                  <a:lnTo>
                    <a:pt x="1135281" y="4143441"/>
                  </a:lnTo>
                  <a:lnTo>
                    <a:pt x="1126926" y="4192968"/>
                  </a:lnTo>
                  <a:lnTo>
                    <a:pt x="1121912" y="4243186"/>
                  </a:lnTo>
                  <a:lnTo>
                    <a:pt x="1120241" y="4293749"/>
                  </a:lnTo>
                  <a:lnTo>
                    <a:pt x="1121912" y="4344312"/>
                  </a:lnTo>
                  <a:lnTo>
                    <a:pt x="1126926" y="4394530"/>
                  </a:lnTo>
                  <a:lnTo>
                    <a:pt x="1135281" y="4444057"/>
                  </a:lnTo>
                  <a:lnTo>
                    <a:pt x="1146979" y="4492548"/>
                  </a:lnTo>
                  <a:lnTo>
                    <a:pt x="1162019" y="4539659"/>
                  </a:lnTo>
                  <a:lnTo>
                    <a:pt x="1180401" y="4585042"/>
                  </a:lnTo>
                  <a:lnTo>
                    <a:pt x="2415870" y="7434059"/>
                  </a:lnTo>
                  <a:lnTo>
                    <a:pt x="2439302" y="7482644"/>
                  </a:lnTo>
                  <a:lnTo>
                    <a:pt x="2465700" y="7527513"/>
                  </a:lnTo>
                  <a:lnTo>
                    <a:pt x="2494847" y="7568475"/>
                  </a:lnTo>
                  <a:lnTo>
                    <a:pt x="2526527" y="7605337"/>
                  </a:lnTo>
                  <a:lnTo>
                    <a:pt x="2560521" y="7637907"/>
                  </a:lnTo>
                  <a:lnTo>
                    <a:pt x="2596613" y="7665993"/>
                  </a:lnTo>
                  <a:lnTo>
                    <a:pt x="2634587" y="7689404"/>
                  </a:lnTo>
                  <a:lnTo>
                    <a:pt x="2674224" y="7707946"/>
                  </a:lnTo>
                  <a:lnTo>
                    <a:pt x="2715307" y="7721429"/>
                  </a:lnTo>
                  <a:lnTo>
                    <a:pt x="2757621" y="7729659"/>
                  </a:lnTo>
                  <a:lnTo>
                    <a:pt x="2800946" y="7732445"/>
                  </a:lnTo>
                  <a:lnTo>
                    <a:pt x="5277205" y="7732445"/>
                  </a:lnTo>
                  <a:lnTo>
                    <a:pt x="5319321" y="7729659"/>
                  </a:lnTo>
                  <a:lnTo>
                    <a:pt x="5360859" y="7721429"/>
                  </a:lnTo>
                  <a:lnTo>
                    <a:pt x="5401503" y="7707946"/>
                  </a:lnTo>
                  <a:lnTo>
                    <a:pt x="5440942" y="7689404"/>
                  </a:lnTo>
                  <a:lnTo>
                    <a:pt x="5478862" y="7665993"/>
                  </a:lnTo>
                  <a:lnTo>
                    <a:pt x="5514950" y="7637907"/>
                  </a:lnTo>
                  <a:lnTo>
                    <a:pt x="5548892" y="7605337"/>
                  </a:lnTo>
                  <a:lnTo>
                    <a:pt x="5580375" y="7568475"/>
                  </a:lnTo>
                  <a:lnTo>
                    <a:pt x="5609085" y="7527513"/>
                  </a:lnTo>
                  <a:lnTo>
                    <a:pt x="5634710" y="7482644"/>
                  </a:lnTo>
                  <a:lnTo>
                    <a:pt x="5656935" y="7434059"/>
                  </a:lnTo>
                  <a:lnTo>
                    <a:pt x="6897738" y="4585042"/>
                  </a:lnTo>
                  <a:lnTo>
                    <a:pt x="6916120" y="4539659"/>
                  </a:lnTo>
                  <a:lnTo>
                    <a:pt x="6931160" y="4492548"/>
                  </a:lnTo>
                  <a:lnTo>
                    <a:pt x="6942858" y="4444057"/>
                  </a:lnTo>
                  <a:lnTo>
                    <a:pt x="6951213" y="4394530"/>
                  </a:lnTo>
                  <a:lnTo>
                    <a:pt x="6956227" y="4344312"/>
                  </a:lnTo>
                  <a:lnTo>
                    <a:pt x="6957898" y="4293749"/>
                  </a:lnTo>
                  <a:lnTo>
                    <a:pt x="6956227" y="4243186"/>
                  </a:lnTo>
                  <a:lnTo>
                    <a:pt x="6951213" y="4192968"/>
                  </a:lnTo>
                  <a:lnTo>
                    <a:pt x="6942858" y="4143441"/>
                  </a:lnTo>
                  <a:lnTo>
                    <a:pt x="6931160" y="4094949"/>
                  </a:lnTo>
                  <a:lnTo>
                    <a:pt x="6916120" y="4047839"/>
                  </a:lnTo>
                  <a:lnTo>
                    <a:pt x="6897738" y="4002455"/>
                  </a:lnTo>
                  <a:lnTo>
                    <a:pt x="6406386" y="2874264"/>
                  </a:lnTo>
                  <a:lnTo>
                    <a:pt x="1765515" y="2874264"/>
                  </a:lnTo>
                  <a:lnTo>
                    <a:pt x="1752967" y="2873706"/>
                  </a:lnTo>
                  <a:lnTo>
                    <a:pt x="1740603" y="2872055"/>
                  </a:lnTo>
                  <a:lnTo>
                    <a:pt x="1728455" y="2869340"/>
                  </a:lnTo>
                  <a:lnTo>
                    <a:pt x="1716559" y="2865590"/>
                  </a:lnTo>
                  <a:lnTo>
                    <a:pt x="1687626" y="2849397"/>
                  </a:lnTo>
                  <a:lnTo>
                    <a:pt x="1753044" y="2698534"/>
                  </a:lnTo>
                  <a:lnTo>
                    <a:pt x="1746046" y="2694647"/>
                  </a:lnTo>
                  <a:lnTo>
                    <a:pt x="1712167" y="2659665"/>
                  </a:lnTo>
                  <a:lnTo>
                    <a:pt x="1685556" y="2613291"/>
                  </a:lnTo>
                  <a:lnTo>
                    <a:pt x="1225588" y="1552587"/>
                  </a:lnTo>
                  <a:lnTo>
                    <a:pt x="1211250" y="1510983"/>
                  </a:lnTo>
                  <a:lnTo>
                    <a:pt x="1204081" y="1466711"/>
                  </a:lnTo>
                  <a:lnTo>
                    <a:pt x="1204081" y="1421551"/>
                  </a:lnTo>
                  <a:lnTo>
                    <a:pt x="1211250" y="1377282"/>
                  </a:lnTo>
                  <a:lnTo>
                    <a:pt x="1225588" y="1335684"/>
                  </a:lnTo>
                  <a:lnTo>
                    <a:pt x="1685556" y="274967"/>
                  </a:lnTo>
                  <a:lnTo>
                    <a:pt x="1712160" y="228590"/>
                  </a:lnTo>
                  <a:lnTo>
                    <a:pt x="1746045" y="193624"/>
                  </a:lnTo>
                  <a:lnTo>
                    <a:pt x="1785528" y="171554"/>
                  </a:lnTo>
                  <a:lnTo>
                    <a:pt x="1828927" y="163868"/>
                  </a:lnTo>
                  <a:lnTo>
                    <a:pt x="2986136" y="163868"/>
                  </a:lnTo>
                  <a:lnTo>
                    <a:pt x="2969348" y="125323"/>
                  </a:lnTo>
                  <a:lnTo>
                    <a:pt x="2940323" y="73016"/>
                  </a:lnTo>
                  <a:lnTo>
                    <a:pt x="2902240" y="33572"/>
                  </a:lnTo>
                  <a:lnTo>
                    <a:pt x="2857840" y="8673"/>
                  </a:lnTo>
                  <a:lnTo>
                    <a:pt x="2809862" y="0"/>
                  </a:lnTo>
                  <a:close/>
                </a:path>
                <a:path w="6958330" h="7733030">
                  <a:moveTo>
                    <a:pt x="1010551" y="4687785"/>
                  </a:moveTo>
                  <a:lnTo>
                    <a:pt x="408584" y="4687785"/>
                  </a:lnTo>
                  <a:lnTo>
                    <a:pt x="380245" y="4692805"/>
                  </a:lnTo>
                  <a:lnTo>
                    <a:pt x="332339" y="4730042"/>
                  </a:lnTo>
                  <a:lnTo>
                    <a:pt x="14630" y="5452910"/>
                  </a:lnTo>
                  <a:lnTo>
                    <a:pt x="0" y="5523730"/>
                  </a:lnTo>
                  <a:lnTo>
                    <a:pt x="3657" y="5560271"/>
                  </a:lnTo>
                  <a:lnTo>
                    <a:pt x="314972" y="6287122"/>
                  </a:lnTo>
                  <a:lnTo>
                    <a:pt x="354463" y="6340238"/>
                  </a:lnTo>
                  <a:lnTo>
                    <a:pt x="408584" y="6359664"/>
                  </a:lnTo>
                  <a:lnTo>
                    <a:pt x="1010551" y="6359664"/>
                  </a:lnTo>
                  <a:lnTo>
                    <a:pt x="1064025" y="6340238"/>
                  </a:lnTo>
                  <a:lnTo>
                    <a:pt x="1102868" y="6287122"/>
                  </a:lnTo>
                  <a:lnTo>
                    <a:pt x="1404505" y="5594540"/>
                  </a:lnTo>
                  <a:lnTo>
                    <a:pt x="1419136" y="5523730"/>
                  </a:lnTo>
                  <a:lnTo>
                    <a:pt x="1415478" y="5487186"/>
                  </a:lnTo>
                  <a:lnTo>
                    <a:pt x="1102868" y="4760315"/>
                  </a:lnTo>
                  <a:lnTo>
                    <a:pt x="1064025" y="4707215"/>
                  </a:lnTo>
                  <a:lnTo>
                    <a:pt x="1010551" y="4687785"/>
                  </a:lnTo>
                  <a:close/>
                </a:path>
                <a:path w="6958330" h="7733030">
                  <a:moveTo>
                    <a:pt x="5277205" y="855052"/>
                  </a:moveTo>
                  <a:lnTo>
                    <a:pt x="3288855" y="855052"/>
                  </a:lnTo>
                  <a:lnTo>
                    <a:pt x="3486035" y="1307795"/>
                  </a:lnTo>
                  <a:lnTo>
                    <a:pt x="3502208" y="1354726"/>
                  </a:lnTo>
                  <a:lnTo>
                    <a:pt x="3510294" y="1404664"/>
                  </a:lnTo>
                  <a:lnTo>
                    <a:pt x="3510294" y="1455604"/>
                  </a:lnTo>
                  <a:lnTo>
                    <a:pt x="3502208" y="1505542"/>
                  </a:lnTo>
                  <a:lnTo>
                    <a:pt x="3485985" y="1552587"/>
                  </a:lnTo>
                  <a:lnTo>
                    <a:pt x="2964942" y="2748940"/>
                  </a:lnTo>
                  <a:lnTo>
                    <a:pt x="2935918" y="2801247"/>
                  </a:lnTo>
                  <a:lnTo>
                    <a:pt x="2897839" y="2840691"/>
                  </a:lnTo>
                  <a:lnTo>
                    <a:pt x="2853444" y="2865590"/>
                  </a:lnTo>
                  <a:lnTo>
                    <a:pt x="2805468" y="2874264"/>
                  </a:lnTo>
                  <a:lnTo>
                    <a:pt x="6406386" y="2874264"/>
                  </a:lnTo>
                  <a:lnTo>
                    <a:pt x="5656935" y="1153452"/>
                  </a:lnTo>
                  <a:lnTo>
                    <a:pt x="5634710" y="1104869"/>
                  </a:lnTo>
                  <a:lnTo>
                    <a:pt x="5609085" y="1060001"/>
                  </a:lnTo>
                  <a:lnTo>
                    <a:pt x="5580375" y="1019039"/>
                  </a:lnTo>
                  <a:lnTo>
                    <a:pt x="5548892" y="982176"/>
                  </a:lnTo>
                  <a:lnTo>
                    <a:pt x="5514950" y="949603"/>
                  </a:lnTo>
                  <a:lnTo>
                    <a:pt x="5478862" y="921514"/>
                  </a:lnTo>
                  <a:lnTo>
                    <a:pt x="5440942" y="898101"/>
                  </a:lnTo>
                  <a:lnTo>
                    <a:pt x="5401503" y="879556"/>
                  </a:lnTo>
                  <a:lnTo>
                    <a:pt x="5360859" y="866071"/>
                  </a:lnTo>
                  <a:lnTo>
                    <a:pt x="5319321" y="857839"/>
                  </a:lnTo>
                  <a:lnTo>
                    <a:pt x="5277205" y="855052"/>
                  </a:lnTo>
                  <a:close/>
                </a:path>
                <a:path w="6958330" h="7733030">
                  <a:moveTo>
                    <a:pt x="3146590" y="855052"/>
                  </a:moveTo>
                  <a:lnTo>
                    <a:pt x="2800946" y="855052"/>
                  </a:lnTo>
                  <a:lnTo>
                    <a:pt x="2757621" y="857839"/>
                  </a:lnTo>
                  <a:lnTo>
                    <a:pt x="2715307" y="866071"/>
                  </a:lnTo>
                  <a:lnTo>
                    <a:pt x="2674224" y="879556"/>
                  </a:lnTo>
                  <a:lnTo>
                    <a:pt x="2634587" y="898101"/>
                  </a:lnTo>
                  <a:lnTo>
                    <a:pt x="2596613" y="921514"/>
                  </a:lnTo>
                  <a:lnTo>
                    <a:pt x="2560521" y="949603"/>
                  </a:lnTo>
                  <a:lnTo>
                    <a:pt x="2526527" y="982176"/>
                  </a:lnTo>
                  <a:lnTo>
                    <a:pt x="2494847" y="1019039"/>
                  </a:lnTo>
                  <a:lnTo>
                    <a:pt x="2465700" y="1060001"/>
                  </a:lnTo>
                  <a:lnTo>
                    <a:pt x="2439302" y="1104869"/>
                  </a:lnTo>
                  <a:lnTo>
                    <a:pt x="2415870" y="1153452"/>
                  </a:lnTo>
                  <a:lnTo>
                    <a:pt x="1751266" y="2686024"/>
                  </a:lnTo>
                  <a:lnTo>
                    <a:pt x="1781124" y="2702712"/>
                  </a:lnTo>
                  <a:lnTo>
                    <a:pt x="1791671" y="2706034"/>
                  </a:lnTo>
                  <a:lnTo>
                    <a:pt x="1802436" y="2708440"/>
                  </a:lnTo>
                  <a:lnTo>
                    <a:pt x="1813394" y="2709902"/>
                  </a:lnTo>
                  <a:lnTo>
                    <a:pt x="1824520" y="2710395"/>
                  </a:lnTo>
                  <a:lnTo>
                    <a:pt x="2746463" y="2710395"/>
                  </a:lnTo>
                  <a:lnTo>
                    <a:pt x="2788966" y="2702712"/>
                  </a:lnTo>
                  <a:lnTo>
                    <a:pt x="2828347" y="2680635"/>
                  </a:lnTo>
                  <a:lnTo>
                    <a:pt x="2862099" y="2645668"/>
                  </a:lnTo>
                  <a:lnTo>
                    <a:pt x="2887827" y="2599296"/>
                  </a:lnTo>
                  <a:lnTo>
                    <a:pt x="3349802" y="1538579"/>
                  </a:lnTo>
                  <a:lnTo>
                    <a:pt x="3364146" y="1496981"/>
                  </a:lnTo>
                  <a:lnTo>
                    <a:pt x="3371318" y="1452712"/>
                  </a:lnTo>
                  <a:lnTo>
                    <a:pt x="3371318" y="1407552"/>
                  </a:lnTo>
                  <a:lnTo>
                    <a:pt x="3364146" y="1363280"/>
                  </a:lnTo>
                  <a:lnTo>
                    <a:pt x="3349842" y="1321790"/>
                  </a:lnTo>
                  <a:lnTo>
                    <a:pt x="3146590" y="855052"/>
                  </a:lnTo>
                  <a:close/>
                </a:path>
                <a:path w="6958330" h="7733030">
                  <a:moveTo>
                    <a:pt x="2986136" y="163868"/>
                  </a:moveTo>
                  <a:lnTo>
                    <a:pt x="2750870" y="163868"/>
                  </a:lnTo>
                  <a:lnTo>
                    <a:pt x="2793399" y="171554"/>
                  </a:lnTo>
                  <a:lnTo>
                    <a:pt x="2832760" y="193624"/>
                  </a:lnTo>
                  <a:lnTo>
                    <a:pt x="2866520" y="228590"/>
                  </a:lnTo>
                  <a:lnTo>
                    <a:pt x="2892247" y="274967"/>
                  </a:lnTo>
                  <a:lnTo>
                    <a:pt x="3138157" y="839584"/>
                  </a:lnTo>
                  <a:lnTo>
                    <a:pt x="3280435" y="839584"/>
                  </a:lnTo>
                  <a:lnTo>
                    <a:pt x="2986136" y="163868"/>
                  </a:lnTo>
                  <a:close/>
                </a:path>
              </a:pathLst>
            </a:custGeom>
            <a:solidFill>
              <a:srgbClr val="808080">
                <a:alpha val="1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2339" y="2573821"/>
              <a:ext cx="4805260" cy="513935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24555" y="1639042"/>
            <a:ext cx="36899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latin typeface="Times New Roman"/>
                <a:cs typeface="Times New Roman"/>
              </a:rPr>
              <a:t>TITLE</a:t>
            </a:r>
            <a:r>
              <a:rPr dirty="0" sz="4800" spc="-10" b="1">
                <a:latin typeface="Times New Roman"/>
                <a:cs typeface="Times New Roman"/>
              </a:rPr>
              <a:t> </a:t>
            </a:r>
            <a:r>
              <a:rPr dirty="0" sz="4800" spc="-80" b="1">
                <a:latin typeface="Times New Roman"/>
                <a:cs typeface="Times New Roman"/>
              </a:rPr>
              <a:t>PAGE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1F497D"/>
                </a:solidFill>
                <a:latin typeface="Guyot Headline Bold"/>
                <a:cs typeface="Guyot Headline Bold"/>
              </a:rPr>
              <a:t>SMART</a:t>
            </a:r>
            <a:r>
              <a:rPr dirty="0" sz="6000" spc="-190">
                <a:solidFill>
                  <a:srgbClr val="1F497D"/>
                </a:solidFill>
                <a:latin typeface="Guyot Headline Bold"/>
                <a:cs typeface="Guyot Headline Bold"/>
              </a:rPr>
              <a:t> </a:t>
            </a:r>
            <a:r>
              <a:rPr dirty="0" sz="6000">
                <a:solidFill>
                  <a:srgbClr val="1F497D"/>
                </a:solidFill>
                <a:latin typeface="Guyot Headline Bold"/>
                <a:cs typeface="Guyot Headline Bold"/>
              </a:rPr>
              <a:t>INDIA</a:t>
            </a:r>
            <a:r>
              <a:rPr dirty="0" sz="6000" spc="-190">
                <a:solidFill>
                  <a:srgbClr val="1F497D"/>
                </a:solidFill>
                <a:latin typeface="Guyot Headline Bold"/>
                <a:cs typeface="Guyot Headline Bold"/>
              </a:rPr>
              <a:t> </a:t>
            </a:r>
            <a:r>
              <a:rPr dirty="0" sz="6000" spc="45">
                <a:solidFill>
                  <a:srgbClr val="1F497D"/>
                </a:solidFill>
                <a:latin typeface="Guyot Headline Bold"/>
                <a:cs typeface="Guyot Headline Bold"/>
              </a:rPr>
              <a:t>H</a:t>
            </a:r>
            <a:r>
              <a:rPr dirty="0" sz="6000" spc="-145">
                <a:solidFill>
                  <a:srgbClr val="1F497D"/>
                </a:solidFill>
                <a:latin typeface="Guyot Headline Bold"/>
                <a:cs typeface="Guyot Headline Bold"/>
              </a:rPr>
              <a:t>A</a:t>
            </a:r>
            <a:r>
              <a:rPr dirty="0" sz="6000" spc="15">
                <a:solidFill>
                  <a:srgbClr val="1F497D"/>
                </a:solidFill>
                <a:latin typeface="Guyot Headline Bold"/>
                <a:cs typeface="Guyot Headline Bold"/>
              </a:rPr>
              <a:t>C</a:t>
            </a:r>
            <a:r>
              <a:rPr dirty="0" sz="6000" spc="145">
                <a:solidFill>
                  <a:srgbClr val="1F497D"/>
                </a:solidFill>
                <a:latin typeface="Guyot Headline Bold"/>
                <a:cs typeface="Guyot Headline Bold"/>
              </a:rPr>
              <a:t>K</a:t>
            </a:r>
            <a:r>
              <a:rPr dirty="0" sz="6000" spc="-509">
                <a:solidFill>
                  <a:srgbClr val="1F497D"/>
                </a:solidFill>
                <a:latin typeface="Guyot Headline Bold"/>
                <a:cs typeface="Guyot Headline Bold"/>
              </a:rPr>
              <a:t>A</a:t>
            </a:r>
            <a:r>
              <a:rPr dirty="0" sz="6000" spc="15">
                <a:solidFill>
                  <a:srgbClr val="1F497D"/>
                </a:solidFill>
                <a:latin typeface="Guyot Headline Bold"/>
                <a:cs typeface="Guyot Headline Bold"/>
              </a:rPr>
              <a:t>TH</a:t>
            </a:r>
            <a:r>
              <a:rPr dirty="0" sz="6000" spc="-30">
                <a:solidFill>
                  <a:srgbClr val="1F497D"/>
                </a:solidFill>
                <a:latin typeface="Guyot Headline Bold"/>
                <a:cs typeface="Guyot Headline Bold"/>
              </a:rPr>
              <a:t>O</a:t>
            </a:r>
            <a:r>
              <a:rPr dirty="0" sz="6000" spc="15">
                <a:solidFill>
                  <a:srgbClr val="1F497D"/>
                </a:solidFill>
                <a:latin typeface="Guyot Headline Bold"/>
                <a:cs typeface="Guyot Headline Bold"/>
              </a:rPr>
              <a:t>N</a:t>
            </a:r>
            <a:r>
              <a:rPr dirty="0" sz="6000" spc="-185">
                <a:solidFill>
                  <a:srgbClr val="1F497D"/>
                </a:solidFill>
                <a:latin typeface="Guyot Headline Bold"/>
                <a:cs typeface="Guyot Headline Bold"/>
              </a:rPr>
              <a:t> </a:t>
            </a:r>
            <a:r>
              <a:rPr dirty="0" sz="6000" spc="-20">
                <a:solidFill>
                  <a:srgbClr val="1F497D"/>
                </a:solidFill>
                <a:latin typeface="Guyot Headline Bold"/>
                <a:cs typeface="Guyot Headline Bold"/>
              </a:rPr>
              <a:t>2026</a:t>
            </a:r>
            <a:endParaRPr sz="6000">
              <a:latin typeface="Guyot Headline Bold"/>
              <a:cs typeface="Guyot Headline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964" y="3485535"/>
            <a:ext cx="8639175" cy="602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46710" indent="-33401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46710" algn="l"/>
              </a:tabLst>
            </a:pPr>
            <a:r>
              <a:rPr dirty="0" sz="3100" b="1">
                <a:latin typeface="Arial"/>
                <a:cs typeface="Arial"/>
              </a:rPr>
              <a:t>Problem</a:t>
            </a:r>
            <a:r>
              <a:rPr dirty="0" sz="3100" spc="-55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Statement</a:t>
            </a:r>
            <a:r>
              <a:rPr dirty="0" sz="3100" spc="-5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ID</a:t>
            </a:r>
            <a:r>
              <a:rPr dirty="0" sz="3100" spc="-5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–</a:t>
            </a:r>
            <a:r>
              <a:rPr dirty="0" sz="3100" spc="-50" b="1">
                <a:latin typeface="Arial"/>
                <a:cs typeface="Arial"/>
              </a:rPr>
              <a:t> </a:t>
            </a:r>
            <a:r>
              <a:rPr dirty="0" sz="3100" spc="-10" b="1">
                <a:latin typeface="Arial"/>
                <a:cs typeface="Arial"/>
              </a:rPr>
              <a:t>SIH26064</a:t>
            </a:r>
            <a:endParaRPr sz="3100">
              <a:latin typeface="Arial"/>
              <a:cs typeface="Arial"/>
            </a:endParaRPr>
          </a:p>
          <a:p>
            <a:pPr algn="just" marL="346075" marR="5715" indent="-334010">
              <a:lnSpc>
                <a:spcPct val="195000"/>
              </a:lnSpc>
              <a:buFont typeface="Times New Roman"/>
              <a:buChar char="•"/>
              <a:tabLst>
                <a:tab pos="347345" algn="l"/>
              </a:tabLst>
            </a:pPr>
            <a:r>
              <a:rPr dirty="0" sz="3100" b="1">
                <a:latin typeface="Arial"/>
                <a:cs typeface="Arial"/>
              </a:rPr>
              <a:t>Problem</a:t>
            </a:r>
            <a:r>
              <a:rPr dirty="0" sz="3100" spc="470" b="1">
                <a:latin typeface="Arial"/>
                <a:cs typeface="Arial"/>
              </a:rPr>
              <a:t>   </a:t>
            </a:r>
            <a:r>
              <a:rPr dirty="0" sz="3100" b="1">
                <a:latin typeface="Arial"/>
                <a:cs typeface="Arial"/>
              </a:rPr>
              <a:t>Statement</a:t>
            </a:r>
            <a:r>
              <a:rPr dirty="0" sz="3100" spc="475" b="1">
                <a:latin typeface="Arial"/>
                <a:cs typeface="Arial"/>
              </a:rPr>
              <a:t>   </a:t>
            </a:r>
            <a:r>
              <a:rPr dirty="0" sz="3100" b="1">
                <a:latin typeface="Arial"/>
                <a:cs typeface="Arial"/>
              </a:rPr>
              <a:t>Title</a:t>
            </a:r>
            <a:r>
              <a:rPr dirty="0" sz="3100" spc="470" b="1">
                <a:latin typeface="Arial"/>
                <a:cs typeface="Arial"/>
              </a:rPr>
              <a:t>   </a:t>
            </a:r>
            <a:r>
              <a:rPr dirty="0" sz="3100" b="1">
                <a:latin typeface="Arial"/>
                <a:cs typeface="Arial"/>
              </a:rPr>
              <a:t>-</a:t>
            </a:r>
            <a:r>
              <a:rPr dirty="0" sz="3100" spc="475" b="1">
                <a:latin typeface="Arial"/>
                <a:cs typeface="Arial"/>
              </a:rPr>
              <a:t>  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Low-</a:t>
            </a:r>
            <a:r>
              <a:rPr dirty="0" u="heavy" sz="31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dirty="0" sz="3100" spc="-20" b="1">
                <a:latin typeface="Arial"/>
                <a:cs typeface="Arial"/>
              </a:rPr>
              <a:t> </a:t>
            </a:r>
            <a:r>
              <a:rPr dirty="0" sz="3100" spc="-20" b="1">
                <a:latin typeface="Arial"/>
                <a:cs typeface="Arial"/>
              </a:rPr>
              <a:t>	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Deployable</a:t>
            </a:r>
            <a:r>
              <a:rPr dirty="0" u="heavy" sz="31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Seafloor</a:t>
            </a:r>
            <a:r>
              <a:rPr dirty="0" u="heavy" sz="31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Metal</a:t>
            </a:r>
            <a:r>
              <a:rPr dirty="0" u="heavy" sz="31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Detection</a:t>
            </a:r>
            <a:r>
              <a:rPr dirty="0" u="heavy" sz="31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Sensor</a:t>
            </a:r>
            <a:r>
              <a:rPr dirty="0" sz="3100" spc="-10" b="1">
                <a:latin typeface="Arial"/>
                <a:cs typeface="Arial"/>
              </a:rPr>
              <a:t> </a:t>
            </a:r>
            <a:r>
              <a:rPr dirty="0" sz="3100" spc="-10" b="1">
                <a:latin typeface="Arial"/>
                <a:cs typeface="Arial"/>
              </a:rPr>
              <a:t>	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heavy" sz="310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Ocean</a:t>
            </a:r>
            <a:r>
              <a:rPr dirty="0" u="heavy" sz="31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Resource</a:t>
            </a:r>
            <a:r>
              <a:rPr dirty="0" u="heavy" sz="31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1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Exploration</a:t>
            </a:r>
            <a:endParaRPr sz="3100">
              <a:latin typeface="Arial"/>
              <a:cs typeface="Arial"/>
            </a:endParaRPr>
          </a:p>
          <a:p>
            <a:pPr algn="just" marL="346710" indent="-334010">
              <a:lnSpc>
                <a:spcPct val="100000"/>
              </a:lnSpc>
              <a:spcBef>
                <a:spcPts val="3529"/>
              </a:spcBef>
              <a:buFont typeface="Times New Roman"/>
              <a:buChar char="•"/>
              <a:tabLst>
                <a:tab pos="346710" algn="l"/>
              </a:tabLst>
            </a:pPr>
            <a:r>
              <a:rPr dirty="0" sz="3100" b="1">
                <a:latin typeface="Arial"/>
                <a:cs typeface="Arial"/>
              </a:rPr>
              <a:t>Theme-</a:t>
            </a:r>
            <a:r>
              <a:rPr dirty="0" sz="3100" spc="-15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Robotics</a:t>
            </a:r>
            <a:r>
              <a:rPr dirty="0" sz="3100" spc="-1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and</a:t>
            </a:r>
            <a:r>
              <a:rPr dirty="0" sz="3100" spc="-10" b="1">
                <a:latin typeface="Arial"/>
                <a:cs typeface="Arial"/>
              </a:rPr>
              <a:t> Drones</a:t>
            </a:r>
            <a:endParaRPr sz="3100">
              <a:latin typeface="Arial"/>
              <a:cs typeface="Arial"/>
            </a:endParaRPr>
          </a:p>
          <a:p>
            <a:pPr algn="just" marL="346710" indent="-334010">
              <a:lnSpc>
                <a:spcPct val="100000"/>
              </a:lnSpc>
              <a:spcBef>
                <a:spcPts val="3535"/>
              </a:spcBef>
              <a:buFont typeface="Times New Roman"/>
              <a:buChar char="•"/>
              <a:tabLst>
                <a:tab pos="346710" algn="l"/>
              </a:tabLst>
            </a:pPr>
            <a:r>
              <a:rPr dirty="0" sz="3100" b="1">
                <a:latin typeface="Arial"/>
                <a:cs typeface="Arial"/>
              </a:rPr>
              <a:t>PS</a:t>
            </a:r>
            <a:r>
              <a:rPr dirty="0" sz="3100" spc="-75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Category-</a:t>
            </a:r>
            <a:r>
              <a:rPr dirty="0" sz="3100" spc="-70" b="1">
                <a:latin typeface="Arial"/>
                <a:cs typeface="Arial"/>
              </a:rPr>
              <a:t> </a:t>
            </a:r>
            <a:r>
              <a:rPr dirty="0" sz="3100" spc="-10" b="1">
                <a:latin typeface="Arial"/>
                <a:cs typeface="Arial"/>
              </a:rPr>
              <a:t>Hardware</a:t>
            </a:r>
            <a:endParaRPr sz="3100">
              <a:latin typeface="Arial"/>
              <a:cs typeface="Arial"/>
            </a:endParaRPr>
          </a:p>
          <a:p>
            <a:pPr marL="346710" indent="-334010">
              <a:lnSpc>
                <a:spcPct val="100000"/>
              </a:lnSpc>
              <a:spcBef>
                <a:spcPts val="3535"/>
              </a:spcBef>
              <a:buFont typeface="Times New Roman"/>
              <a:buChar char="•"/>
              <a:tabLst>
                <a:tab pos="346710" algn="l"/>
              </a:tabLst>
            </a:pPr>
            <a:r>
              <a:rPr dirty="0" sz="3100" spc="-50" b="1">
                <a:latin typeface="Arial"/>
                <a:cs typeface="Arial"/>
              </a:rPr>
              <a:t>Team</a:t>
            </a:r>
            <a:r>
              <a:rPr dirty="0" sz="3100" spc="-125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Name</a:t>
            </a:r>
            <a:r>
              <a:rPr dirty="0" sz="3100" spc="-12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(Registered</a:t>
            </a:r>
            <a:r>
              <a:rPr dirty="0" sz="3100" spc="-114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on</a:t>
            </a:r>
            <a:r>
              <a:rPr dirty="0" sz="3100" spc="-12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portal)</a:t>
            </a:r>
            <a:r>
              <a:rPr dirty="0" sz="3100" spc="-120" b="1">
                <a:latin typeface="Arial"/>
                <a:cs typeface="Arial"/>
              </a:rPr>
              <a:t> </a:t>
            </a:r>
            <a:r>
              <a:rPr dirty="0" sz="3100" b="1">
                <a:latin typeface="Arial"/>
                <a:cs typeface="Arial"/>
              </a:rPr>
              <a:t>-</a:t>
            </a:r>
            <a:r>
              <a:rPr dirty="0" sz="3100" spc="-120" b="1">
                <a:latin typeface="Arial"/>
                <a:cs typeface="Arial"/>
              </a:rPr>
              <a:t> </a:t>
            </a:r>
            <a:r>
              <a:rPr dirty="0" sz="3100" spc="-10" b="1">
                <a:latin typeface="Arial"/>
                <a:cs typeface="Arial"/>
              </a:rPr>
              <a:t>EmbedX</a:t>
            </a:r>
            <a:endParaRPr sz="3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2047" y="9448"/>
            <a:ext cx="3313684" cy="1684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34" y="5875476"/>
            <a:ext cx="5274644" cy="352901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053" y="322301"/>
            <a:ext cx="1878330" cy="1211580"/>
          </a:xfrm>
          <a:custGeom>
            <a:avLst/>
            <a:gdLst/>
            <a:ahLst/>
            <a:cxnLst/>
            <a:rect l="l" t="t" r="r" b="b"/>
            <a:pathLst>
              <a:path w="1878330" h="1211580">
                <a:moveTo>
                  <a:pt x="1877783" y="605497"/>
                </a:moveTo>
                <a:lnTo>
                  <a:pt x="1870995" y="678683"/>
                </a:lnTo>
                <a:lnTo>
                  <a:pt x="1851153" y="749277"/>
                </a:lnTo>
                <a:lnTo>
                  <a:pt x="1819044" y="816774"/>
                </a:lnTo>
                <a:lnTo>
                  <a:pt x="1798634" y="849202"/>
                </a:lnTo>
                <a:lnTo>
                  <a:pt x="1775452" y="880666"/>
                </a:lnTo>
                <a:lnTo>
                  <a:pt x="1749597" y="911102"/>
                </a:lnTo>
                <a:lnTo>
                  <a:pt x="1721165" y="940447"/>
                </a:lnTo>
                <a:lnTo>
                  <a:pt x="1690256" y="968638"/>
                </a:lnTo>
                <a:lnTo>
                  <a:pt x="1656967" y="995611"/>
                </a:lnTo>
                <a:lnTo>
                  <a:pt x="1621397" y="1021302"/>
                </a:lnTo>
                <a:lnTo>
                  <a:pt x="1583644" y="1045649"/>
                </a:lnTo>
                <a:lnTo>
                  <a:pt x="1543806" y="1068589"/>
                </a:lnTo>
                <a:lnTo>
                  <a:pt x="1501982" y="1090057"/>
                </a:lnTo>
                <a:lnTo>
                  <a:pt x="1458269" y="1109990"/>
                </a:lnTo>
                <a:lnTo>
                  <a:pt x="1412766" y="1128326"/>
                </a:lnTo>
                <a:lnTo>
                  <a:pt x="1365571" y="1145001"/>
                </a:lnTo>
                <a:lnTo>
                  <a:pt x="1316782" y="1159951"/>
                </a:lnTo>
                <a:lnTo>
                  <a:pt x="1266498" y="1173113"/>
                </a:lnTo>
                <a:lnTo>
                  <a:pt x="1214816" y="1184425"/>
                </a:lnTo>
                <a:lnTo>
                  <a:pt x="1161835" y="1193821"/>
                </a:lnTo>
                <a:lnTo>
                  <a:pt x="1107654" y="1201240"/>
                </a:lnTo>
                <a:lnTo>
                  <a:pt x="1052369" y="1206617"/>
                </a:lnTo>
                <a:lnTo>
                  <a:pt x="996080" y="1209890"/>
                </a:lnTo>
                <a:lnTo>
                  <a:pt x="938885" y="1210995"/>
                </a:lnTo>
                <a:lnTo>
                  <a:pt x="881691" y="1209890"/>
                </a:lnTo>
                <a:lnTo>
                  <a:pt x="825404" y="1206617"/>
                </a:lnTo>
                <a:lnTo>
                  <a:pt x="770120" y="1201240"/>
                </a:lnTo>
                <a:lnTo>
                  <a:pt x="715940" y="1193821"/>
                </a:lnTo>
                <a:lnTo>
                  <a:pt x="662960" y="1184425"/>
                </a:lnTo>
                <a:lnTo>
                  <a:pt x="611279" y="1173113"/>
                </a:lnTo>
                <a:lnTo>
                  <a:pt x="560996" y="1159951"/>
                </a:lnTo>
                <a:lnTo>
                  <a:pt x="512208" y="1145001"/>
                </a:lnTo>
                <a:lnTo>
                  <a:pt x="465013" y="1128326"/>
                </a:lnTo>
                <a:lnTo>
                  <a:pt x="419511" y="1109990"/>
                </a:lnTo>
                <a:lnTo>
                  <a:pt x="375799" y="1090057"/>
                </a:lnTo>
                <a:lnTo>
                  <a:pt x="333975" y="1068589"/>
                </a:lnTo>
                <a:lnTo>
                  <a:pt x="294137" y="1045649"/>
                </a:lnTo>
                <a:lnTo>
                  <a:pt x="256385" y="1021302"/>
                </a:lnTo>
                <a:lnTo>
                  <a:pt x="220815" y="995611"/>
                </a:lnTo>
                <a:lnTo>
                  <a:pt x="187526" y="968638"/>
                </a:lnTo>
                <a:lnTo>
                  <a:pt x="156617" y="940447"/>
                </a:lnTo>
                <a:lnTo>
                  <a:pt x="128186" y="911102"/>
                </a:lnTo>
                <a:lnTo>
                  <a:pt x="102330" y="880666"/>
                </a:lnTo>
                <a:lnTo>
                  <a:pt x="79148" y="849202"/>
                </a:lnTo>
                <a:lnTo>
                  <a:pt x="58739" y="816774"/>
                </a:lnTo>
                <a:lnTo>
                  <a:pt x="26630" y="749277"/>
                </a:lnTo>
                <a:lnTo>
                  <a:pt x="6788" y="678683"/>
                </a:lnTo>
                <a:lnTo>
                  <a:pt x="0" y="605497"/>
                </a:lnTo>
                <a:lnTo>
                  <a:pt x="1713" y="568611"/>
                </a:lnTo>
                <a:lnTo>
                  <a:pt x="15126" y="496656"/>
                </a:lnTo>
                <a:lnTo>
                  <a:pt x="41200" y="427546"/>
                </a:lnTo>
                <a:lnTo>
                  <a:pt x="79148" y="361787"/>
                </a:lnTo>
                <a:lnTo>
                  <a:pt x="102330" y="330323"/>
                </a:lnTo>
                <a:lnTo>
                  <a:pt x="128186" y="299887"/>
                </a:lnTo>
                <a:lnTo>
                  <a:pt x="156617" y="270542"/>
                </a:lnTo>
                <a:lnTo>
                  <a:pt x="187526" y="242352"/>
                </a:lnTo>
                <a:lnTo>
                  <a:pt x="220815" y="215379"/>
                </a:lnTo>
                <a:lnTo>
                  <a:pt x="256385" y="189688"/>
                </a:lnTo>
                <a:lnTo>
                  <a:pt x="294137" y="165341"/>
                </a:lnTo>
                <a:lnTo>
                  <a:pt x="333975" y="142402"/>
                </a:lnTo>
                <a:lnTo>
                  <a:pt x="375799" y="120934"/>
                </a:lnTo>
                <a:lnTo>
                  <a:pt x="419511" y="101001"/>
                </a:lnTo>
                <a:lnTo>
                  <a:pt x="465013" y="82666"/>
                </a:lnTo>
                <a:lnTo>
                  <a:pt x="512208" y="65991"/>
                </a:lnTo>
                <a:lnTo>
                  <a:pt x="560996" y="51042"/>
                </a:lnTo>
                <a:lnTo>
                  <a:pt x="611279" y="37880"/>
                </a:lnTo>
                <a:lnTo>
                  <a:pt x="662960" y="26569"/>
                </a:lnTo>
                <a:lnTo>
                  <a:pt x="715940" y="17173"/>
                </a:lnTo>
                <a:lnTo>
                  <a:pt x="770120" y="9755"/>
                </a:lnTo>
                <a:lnTo>
                  <a:pt x="825404" y="4377"/>
                </a:lnTo>
                <a:lnTo>
                  <a:pt x="881691" y="1105"/>
                </a:lnTo>
                <a:lnTo>
                  <a:pt x="938885" y="0"/>
                </a:lnTo>
                <a:lnTo>
                  <a:pt x="996080" y="1105"/>
                </a:lnTo>
                <a:lnTo>
                  <a:pt x="1052369" y="4377"/>
                </a:lnTo>
                <a:lnTo>
                  <a:pt x="1107654" y="9755"/>
                </a:lnTo>
                <a:lnTo>
                  <a:pt x="1161835" y="17173"/>
                </a:lnTo>
                <a:lnTo>
                  <a:pt x="1214816" y="26569"/>
                </a:lnTo>
                <a:lnTo>
                  <a:pt x="1266498" y="37880"/>
                </a:lnTo>
                <a:lnTo>
                  <a:pt x="1316782" y="51042"/>
                </a:lnTo>
                <a:lnTo>
                  <a:pt x="1365571" y="65991"/>
                </a:lnTo>
                <a:lnTo>
                  <a:pt x="1412766" y="82666"/>
                </a:lnTo>
                <a:lnTo>
                  <a:pt x="1458269" y="101001"/>
                </a:lnTo>
                <a:lnTo>
                  <a:pt x="1501982" y="120934"/>
                </a:lnTo>
                <a:lnTo>
                  <a:pt x="1543806" y="142402"/>
                </a:lnTo>
                <a:lnTo>
                  <a:pt x="1583644" y="165341"/>
                </a:lnTo>
                <a:lnTo>
                  <a:pt x="1621397" y="189688"/>
                </a:lnTo>
                <a:lnTo>
                  <a:pt x="1656967" y="215379"/>
                </a:lnTo>
                <a:lnTo>
                  <a:pt x="1690256" y="242352"/>
                </a:lnTo>
                <a:lnTo>
                  <a:pt x="1721165" y="270542"/>
                </a:lnTo>
                <a:lnTo>
                  <a:pt x="1749597" y="299887"/>
                </a:lnTo>
                <a:lnTo>
                  <a:pt x="1775452" y="330323"/>
                </a:lnTo>
                <a:lnTo>
                  <a:pt x="1798634" y="361787"/>
                </a:lnTo>
                <a:lnTo>
                  <a:pt x="1819044" y="394216"/>
                </a:lnTo>
                <a:lnTo>
                  <a:pt x="1851153" y="461714"/>
                </a:lnTo>
                <a:lnTo>
                  <a:pt x="1870995" y="532310"/>
                </a:lnTo>
                <a:lnTo>
                  <a:pt x="1877783" y="60549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0113" y="669222"/>
            <a:ext cx="11760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EmbedX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2047" y="85648"/>
            <a:ext cx="3313684" cy="168429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60479" y="461323"/>
            <a:ext cx="12883515" cy="1530350"/>
          </a:xfrm>
          <a:prstGeom prst="rect"/>
        </p:spPr>
        <p:txBody>
          <a:bodyPr wrap="square" lIns="0" tIns="44450" rIns="0" bIns="0" rtlCol="0" vert="horz">
            <a:spAutoFit/>
          </a:bodyPr>
          <a:lstStyle/>
          <a:p>
            <a:pPr marL="4853305" marR="5080" indent="-4841240">
              <a:lnSpc>
                <a:spcPts val="5850"/>
              </a:lnSpc>
              <a:spcBef>
                <a:spcPts val="350"/>
              </a:spcBef>
            </a:pPr>
            <a:r>
              <a:rPr dirty="0" sz="5000" b="0">
                <a:latin typeface="Times New Roman"/>
                <a:cs typeface="Times New Roman"/>
              </a:rPr>
              <a:t>Low-Cost</a:t>
            </a:r>
            <a:r>
              <a:rPr dirty="0" sz="5000" spc="-110" b="0">
                <a:latin typeface="Times New Roman"/>
                <a:cs typeface="Times New Roman"/>
              </a:rPr>
              <a:t> </a:t>
            </a:r>
            <a:r>
              <a:rPr dirty="0" sz="5000" b="0">
                <a:latin typeface="Times New Roman"/>
                <a:cs typeface="Times New Roman"/>
              </a:rPr>
              <a:t>Deployable</a:t>
            </a:r>
            <a:r>
              <a:rPr dirty="0" sz="5000" spc="-110" b="0">
                <a:latin typeface="Times New Roman"/>
                <a:cs typeface="Times New Roman"/>
              </a:rPr>
              <a:t> </a:t>
            </a:r>
            <a:r>
              <a:rPr dirty="0" sz="5000" b="0">
                <a:latin typeface="Times New Roman"/>
                <a:cs typeface="Times New Roman"/>
              </a:rPr>
              <a:t>Seafloor</a:t>
            </a:r>
            <a:r>
              <a:rPr dirty="0" sz="5000" spc="-110" b="0">
                <a:latin typeface="Times New Roman"/>
                <a:cs typeface="Times New Roman"/>
              </a:rPr>
              <a:t> </a:t>
            </a:r>
            <a:r>
              <a:rPr dirty="0" sz="5000" b="0">
                <a:latin typeface="Times New Roman"/>
                <a:cs typeface="Times New Roman"/>
              </a:rPr>
              <a:t>Metal</a:t>
            </a:r>
            <a:r>
              <a:rPr dirty="0" sz="5000" spc="-105" b="0">
                <a:latin typeface="Times New Roman"/>
                <a:cs typeface="Times New Roman"/>
              </a:rPr>
              <a:t> </a:t>
            </a:r>
            <a:r>
              <a:rPr dirty="0" sz="5000" b="0">
                <a:latin typeface="Times New Roman"/>
                <a:cs typeface="Times New Roman"/>
              </a:rPr>
              <a:t>Detection</a:t>
            </a:r>
            <a:r>
              <a:rPr dirty="0" sz="5000" spc="-110" b="0">
                <a:latin typeface="Times New Roman"/>
                <a:cs typeface="Times New Roman"/>
              </a:rPr>
              <a:t> </a:t>
            </a:r>
            <a:r>
              <a:rPr dirty="0" sz="5000" spc="-50" b="0">
                <a:latin typeface="Times New Roman"/>
                <a:cs typeface="Times New Roman"/>
              </a:rPr>
              <a:t>&amp; </a:t>
            </a:r>
            <a:r>
              <a:rPr dirty="0" sz="5000" spc="-10" b="0">
                <a:latin typeface="Times New Roman"/>
                <a:cs typeface="Times New Roman"/>
              </a:rPr>
              <a:t>Localization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113" y="2255663"/>
            <a:ext cx="55949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latin typeface="Times New Roman"/>
                <a:cs typeface="Times New Roman"/>
              </a:rPr>
              <a:t>Proposed</a:t>
            </a:r>
            <a:r>
              <a:rPr dirty="0" sz="5400" spc="-190" b="1">
                <a:latin typeface="Times New Roman"/>
                <a:cs typeface="Times New Roman"/>
              </a:rPr>
              <a:t> </a:t>
            </a:r>
            <a:r>
              <a:rPr dirty="0" sz="5400" spc="-10" b="1">
                <a:latin typeface="Times New Roman"/>
                <a:cs typeface="Times New Roman"/>
              </a:rPr>
              <a:t>Solution: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813" y="3028838"/>
            <a:ext cx="5570220" cy="0"/>
          </a:xfrm>
          <a:custGeom>
            <a:avLst/>
            <a:gdLst/>
            <a:ahLst/>
            <a:cxnLst/>
            <a:rect l="l" t="t" r="r" b="b"/>
            <a:pathLst>
              <a:path w="5570220" h="0">
                <a:moveTo>
                  <a:pt x="0" y="0"/>
                </a:moveTo>
                <a:lnTo>
                  <a:pt x="5570118" y="0"/>
                </a:lnTo>
                <a:lnTo>
                  <a:pt x="0" y="0"/>
                </a:lnTo>
                <a:close/>
              </a:path>
            </a:pathLst>
          </a:custGeom>
          <a:ln w="653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53148" y="2327709"/>
            <a:ext cx="1078674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8419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Abril Display"/>
                <a:cs typeface="Abril Display"/>
              </a:rPr>
              <a:t>A</a:t>
            </a:r>
            <a:r>
              <a:rPr dirty="0" sz="2300" spc="-45">
                <a:latin typeface="Abril Display"/>
                <a:cs typeface="Abril Display"/>
              </a:rPr>
              <a:t> </a:t>
            </a:r>
            <a:r>
              <a:rPr dirty="0" sz="2300" spc="-10">
                <a:latin typeface="Abril Display"/>
                <a:cs typeface="Abril Display"/>
              </a:rPr>
              <a:t>compact</a:t>
            </a:r>
            <a:r>
              <a:rPr dirty="0" sz="2300" spc="-45">
                <a:latin typeface="Abril Display"/>
                <a:cs typeface="Abril Display"/>
              </a:rPr>
              <a:t> </a:t>
            </a:r>
            <a:r>
              <a:rPr dirty="0" sz="2300" spc="-25">
                <a:latin typeface="Abril Display"/>
                <a:cs typeface="Abril Display"/>
              </a:rPr>
              <a:t>deployable</a:t>
            </a:r>
            <a:r>
              <a:rPr dirty="0" sz="2300" spc="-40">
                <a:latin typeface="Abril Display"/>
                <a:cs typeface="Abril Display"/>
              </a:rPr>
              <a:t> </a:t>
            </a:r>
            <a:r>
              <a:rPr dirty="0" sz="2300" spc="-20">
                <a:latin typeface="Abril Display"/>
                <a:cs typeface="Abril Display"/>
              </a:rPr>
              <a:t>package</a:t>
            </a:r>
            <a:r>
              <a:rPr dirty="0" sz="2300" spc="-45">
                <a:latin typeface="Abril Display"/>
                <a:cs typeface="Abril Display"/>
              </a:rPr>
              <a:t> </a:t>
            </a:r>
            <a:r>
              <a:rPr dirty="0" sz="2300" spc="-10">
                <a:latin typeface="Abril Display"/>
                <a:cs typeface="Abril Display"/>
              </a:rPr>
              <a:t>combining</a:t>
            </a:r>
            <a:r>
              <a:rPr dirty="0" sz="2300" spc="-45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PI</a:t>
            </a:r>
            <a:r>
              <a:rPr dirty="0" sz="2300" spc="-4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metal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sensing,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spc="-25" b="1">
                <a:latin typeface="Abril Display"/>
                <a:cs typeface="Abril Display"/>
              </a:rPr>
              <a:t>seawater</a:t>
            </a:r>
            <a:r>
              <a:rPr dirty="0" sz="2300" spc="-40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temperature, </a:t>
            </a:r>
            <a:r>
              <a:rPr dirty="0" sz="2300" b="1">
                <a:latin typeface="Abril Display"/>
                <a:cs typeface="Abril Display"/>
              </a:rPr>
              <a:t>magnetic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heading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and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spc="-20" b="1">
                <a:latin typeface="Abril Display"/>
                <a:cs typeface="Abril Display"/>
              </a:rPr>
              <a:t>motion/aGitude</a:t>
            </a:r>
            <a:r>
              <a:rPr dirty="0" sz="2300" spc="-4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to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detect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and</a:t>
            </a:r>
            <a:r>
              <a:rPr dirty="0" sz="2300" spc="-4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prioritize</a:t>
            </a:r>
            <a:r>
              <a:rPr dirty="0" sz="2300" spc="-4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seabed</a:t>
            </a:r>
            <a:r>
              <a:rPr dirty="0" sz="2300" spc="-50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anomalies</a:t>
            </a:r>
            <a:r>
              <a:rPr dirty="0" sz="2300" spc="-10">
                <a:latin typeface="Abril Display"/>
                <a:cs typeface="Abril Display"/>
              </a:rPr>
              <a:t>.</a:t>
            </a:r>
            <a:endParaRPr sz="2300">
              <a:latin typeface="Abril Display"/>
              <a:cs typeface="Abril Displa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3148" y="3531745"/>
            <a:ext cx="1121981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bril Display"/>
                <a:cs typeface="Abril Display"/>
              </a:rPr>
              <a:t>ESP32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synchronizes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and</a:t>
            </a:r>
            <a:r>
              <a:rPr dirty="0" sz="2300" spc="-2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logs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sensor</a:t>
            </a:r>
            <a:r>
              <a:rPr dirty="0" sz="2300" spc="-2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data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for</a:t>
            </a:r>
            <a:r>
              <a:rPr dirty="0" sz="2300" spc="-25" b="1">
                <a:latin typeface="Abril Display"/>
                <a:cs typeface="Abril Display"/>
              </a:rPr>
              <a:t> post-</a:t>
            </a:r>
            <a:r>
              <a:rPr dirty="0" sz="2300" spc="-10" b="1">
                <a:latin typeface="Abril Display"/>
                <a:cs typeface="Abril Display"/>
              </a:rPr>
              <a:t>recovery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analysis</a:t>
            </a:r>
            <a:r>
              <a:rPr dirty="0" sz="2300" spc="-25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and</a:t>
            </a:r>
            <a:r>
              <a:rPr dirty="0" sz="2300" spc="-30" b="1">
                <a:latin typeface="Abril Display"/>
                <a:cs typeface="Abril Display"/>
              </a:rPr>
              <a:t> </a:t>
            </a:r>
            <a:r>
              <a:rPr dirty="0" sz="2300" b="1">
                <a:latin typeface="Abril Display"/>
                <a:cs typeface="Abril Display"/>
              </a:rPr>
              <a:t>GIS</a:t>
            </a:r>
            <a:r>
              <a:rPr dirty="0" sz="2300" spc="-25" b="1">
                <a:latin typeface="Abril Display"/>
                <a:cs typeface="Abril Display"/>
              </a:rPr>
              <a:t> </a:t>
            </a:r>
            <a:r>
              <a:rPr dirty="0" sz="2300" spc="-10" b="1">
                <a:latin typeface="Abril Display"/>
                <a:cs typeface="Abril Display"/>
              </a:rPr>
              <a:t>mapping.</a:t>
            </a:r>
            <a:endParaRPr sz="2300">
              <a:latin typeface="Abril Display"/>
              <a:cs typeface="Abril Displa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5173" y="6100180"/>
            <a:ext cx="3449954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>
                <a:latin typeface="Abril Display"/>
                <a:cs typeface="Abril Display"/>
              </a:rPr>
              <a:t>Payload</a:t>
            </a:r>
            <a:r>
              <a:rPr dirty="0" sz="2300" spc="-30">
                <a:latin typeface="Abril Display"/>
                <a:cs typeface="Abril Display"/>
              </a:rPr>
              <a:t> </a:t>
            </a:r>
            <a:r>
              <a:rPr dirty="0" sz="2300">
                <a:latin typeface="Abril Display"/>
                <a:cs typeface="Abril Display"/>
              </a:rPr>
              <a:t>carrier</a:t>
            </a:r>
            <a:r>
              <a:rPr dirty="0" sz="2300" spc="-20">
                <a:latin typeface="Abril Display"/>
                <a:cs typeface="Abril Display"/>
              </a:rPr>
              <a:t> </a:t>
            </a:r>
            <a:r>
              <a:rPr dirty="0" sz="2300">
                <a:latin typeface="Abril Display"/>
                <a:cs typeface="Abril Display"/>
              </a:rPr>
              <a:t>and</a:t>
            </a:r>
            <a:r>
              <a:rPr dirty="0" sz="2300" spc="-20">
                <a:latin typeface="Abril Display"/>
                <a:cs typeface="Abril Display"/>
              </a:rPr>
              <a:t> </a:t>
            </a:r>
            <a:r>
              <a:rPr dirty="0" sz="2300" spc="-10">
                <a:latin typeface="Abril Display"/>
                <a:cs typeface="Abril Display"/>
              </a:rPr>
              <a:t>lander</a:t>
            </a:r>
            <a:endParaRPr sz="2300">
              <a:latin typeface="Abril Display"/>
              <a:cs typeface="Abril Display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6547" y="4050024"/>
            <a:ext cx="10648294" cy="38761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626930" y="4001392"/>
            <a:ext cx="2209165" cy="106299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538480">
              <a:lnSpc>
                <a:spcPct val="100000"/>
              </a:lnSpc>
              <a:spcBef>
                <a:spcPts val="1045"/>
              </a:spcBef>
            </a:pPr>
            <a:r>
              <a:rPr dirty="0" sz="2300" spc="-10">
                <a:latin typeface="Abril Display"/>
                <a:cs typeface="Abril Display"/>
              </a:rPr>
              <a:t>Deploy</a:t>
            </a:r>
            <a:endParaRPr sz="2300">
              <a:latin typeface="Abril Display"/>
              <a:cs typeface="Abril Display"/>
            </a:endParaRPr>
          </a:p>
          <a:p>
            <a:pPr marL="12700" marR="5080">
              <a:lnSpc>
                <a:spcPct val="102299"/>
              </a:lnSpc>
              <a:spcBef>
                <a:spcPts val="645"/>
              </a:spcBef>
            </a:pPr>
            <a:r>
              <a:rPr dirty="0" sz="1550">
                <a:latin typeface="Abril Display"/>
                <a:cs typeface="Abril Display"/>
              </a:rPr>
              <a:t>Surface</a:t>
            </a:r>
            <a:r>
              <a:rPr dirty="0" sz="1550" spc="15">
                <a:latin typeface="Abril Display"/>
                <a:cs typeface="Abril Display"/>
              </a:rPr>
              <a:t> </a:t>
            </a:r>
            <a:r>
              <a:rPr dirty="0" sz="1550">
                <a:latin typeface="Abril Display"/>
                <a:cs typeface="Abril Display"/>
              </a:rPr>
              <a:t>GPS</a:t>
            </a:r>
            <a:r>
              <a:rPr dirty="0" sz="1550" spc="20">
                <a:latin typeface="Abril Display"/>
                <a:cs typeface="Abril Display"/>
              </a:rPr>
              <a:t> </a:t>
            </a:r>
            <a:r>
              <a:rPr dirty="0" sz="1550" spc="-10">
                <a:latin typeface="Abril Display"/>
                <a:cs typeface="Abril Display"/>
              </a:rPr>
              <a:t>coordinates </a:t>
            </a:r>
            <a:r>
              <a:rPr dirty="0" sz="1550">
                <a:latin typeface="Abril Display"/>
                <a:cs typeface="Abril Display"/>
              </a:rPr>
              <a:t>are</a:t>
            </a:r>
            <a:r>
              <a:rPr dirty="0" sz="1550" spc="30">
                <a:latin typeface="Abril Display"/>
                <a:cs typeface="Abril Display"/>
              </a:rPr>
              <a:t> </a:t>
            </a:r>
            <a:r>
              <a:rPr dirty="0" sz="1550" spc="-10">
                <a:latin typeface="Abril Display"/>
                <a:cs typeface="Abril Display"/>
              </a:rPr>
              <a:t>recorded.</a:t>
            </a:r>
            <a:endParaRPr sz="1550">
              <a:latin typeface="Abril Display"/>
              <a:cs typeface="Abril Displa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09740" y="4130900"/>
            <a:ext cx="2240915" cy="11309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843280">
              <a:lnSpc>
                <a:spcPct val="100000"/>
              </a:lnSpc>
              <a:spcBef>
                <a:spcPts val="330"/>
              </a:spcBef>
            </a:pPr>
            <a:r>
              <a:rPr dirty="0" sz="1850" spc="-10">
                <a:latin typeface="Abril Display"/>
                <a:cs typeface="Abril Display"/>
              </a:rPr>
              <a:t>Sense</a:t>
            </a:r>
            <a:endParaRPr sz="1850">
              <a:latin typeface="Abril Display"/>
              <a:cs typeface="Abril Display"/>
            </a:endParaRPr>
          </a:p>
          <a:p>
            <a:pPr marL="12700" marR="5080">
              <a:lnSpc>
                <a:spcPct val="102099"/>
              </a:lnSpc>
              <a:spcBef>
                <a:spcPts val="180"/>
              </a:spcBef>
            </a:pPr>
            <a:r>
              <a:rPr dirty="0" sz="1650">
                <a:latin typeface="Abril Display"/>
                <a:cs typeface="Abril Display"/>
              </a:rPr>
              <a:t>Sensor</a:t>
            </a:r>
            <a:r>
              <a:rPr dirty="0" sz="1650" spc="2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package</a:t>
            </a:r>
            <a:r>
              <a:rPr dirty="0" sz="1650" spc="30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collects synchronized measurements</a:t>
            </a:r>
            <a:endParaRPr sz="1650">
              <a:latin typeface="Abril Display"/>
              <a:cs typeface="Abril Displa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06437" y="4294134"/>
            <a:ext cx="3711575" cy="1052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90"/>
              </a:spcBef>
            </a:pPr>
            <a:r>
              <a:rPr dirty="0" sz="1650">
                <a:latin typeface="Abril Display"/>
                <a:cs typeface="Abril Display"/>
              </a:rPr>
              <a:t>PI</a:t>
            </a:r>
            <a:r>
              <a:rPr dirty="0" sz="1650" spc="1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Coil</a:t>
            </a:r>
            <a:r>
              <a:rPr dirty="0" sz="1650" spc="10">
                <a:latin typeface="Abril Display"/>
                <a:cs typeface="Abril Display"/>
              </a:rPr>
              <a:t> </a:t>
            </a:r>
            <a:r>
              <a:rPr dirty="0" sz="1650">
                <a:latin typeface="Source Arabic Sans"/>
                <a:cs typeface="Source Arabic Sans"/>
              </a:rPr>
              <a:t>s</a:t>
            </a:r>
            <a:r>
              <a:rPr dirty="0" sz="1650" spc="-75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conductive</a:t>
            </a:r>
            <a:r>
              <a:rPr dirty="0" sz="1650" spc="1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/</a:t>
            </a:r>
            <a:r>
              <a:rPr dirty="0" sz="1650" spc="1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metallic</a:t>
            </a:r>
            <a:r>
              <a:rPr dirty="0" sz="1650" spc="10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response </a:t>
            </a:r>
            <a:r>
              <a:rPr dirty="0" sz="1650">
                <a:latin typeface="Abril Display"/>
                <a:cs typeface="Abril Display"/>
              </a:rPr>
              <a:t>PT100 </a:t>
            </a:r>
            <a:r>
              <a:rPr dirty="0" sz="1650">
                <a:latin typeface="Source Arabic Sans"/>
                <a:cs typeface="Source Arabic Sans"/>
              </a:rPr>
              <a:t>s</a:t>
            </a:r>
            <a:r>
              <a:rPr dirty="0" sz="1650" spc="-8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seawater</a:t>
            </a:r>
            <a:r>
              <a:rPr dirty="0" sz="1650" spc="5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temperature</a:t>
            </a:r>
            <a:endParaRPr sz="1650">
              <a:latin typeface="Abril Display"/>
              <a:cs typeface="Abril Display"/>
            </a:endParaRPr>
          </a:p>
          <a:p>
            <a:pPr marL="12700" marR="875030">
              <a:lnSpc>
                <a:spcPct val="102099"/>
              </a:lnSpc>
              <a:spcBef>
                <a:spcPts val="5"/>
              </a:spcBef>
            </a:pPr>
            <a:r>
              <a:rPr dirty="0" sz="1650">
                <a:latin typeface="Abril Display"/>
                <a:cs typeface="Abril Display"/>
              </a:rPr>
              <a:t>RM3100</a:t>
            </a:r>
            <a:r>
              <a:rPr dirty="0" sz="1650" spc="55">
                <a:latin typeface="Abril Display"/>
                <a:cs typeface="Abril Display"/>
              </a:rPr>
              <a:t> </a:t>
            </a:r>
            <a:r>
              <a:rPr dirty="0" sz="1650">
                <a:latin typeface="Source Arabic Sans"/>
                <a:cs typeface="Source Arabic Sans"/>
              </a:rPr>
              <a:t>s</a:t>
            </a:r>
            <a:r>
              <a:rPr dirty="0" sz="1650" spc="-25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magnetic</a:t>
            </a:r>
            <a:r>
              <a:rPr dirty="0" sz="1650" spc="60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heading </a:t>
            </a:r>
            <a:r>
              <a:rPr dirty="0" sz="1650">
                <a:latin typeface="Abril Display"/>
                <a:cs typeface="Abril Display"/>
              </a:rPr>
              <a:t>MPU6050</a:t>
            </a:r>
            <a:r>
              <a:rPr dirty="0" sz="1650" spc="35">
                <a:latin typeface="Abril Display"/>
                <a:cs typeface="Abril Display"/>
              </a:rPr>
              <a:t> </a:t>
            </a:r>
            <a:r>
              <a:rPr dirty="0" sz="1650">
                <a:latin typeface="Source Arabic Sans"/>
                <a:cs typeface="Source Arabic Sans"/>
              </a:rPr>
              <a:t>s</a:t>
            </a:r>
            <a:r>
              <a:rPr dirty="0" sz="1650" spc="-45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motion</a:t>
            </a:r>
            <a:r>
              <a:rPr dirty="0" sz="1650" spc="4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&amp;</a:t>
            </a:r>
            <a:r>
              <a:rPr dirty="0" sz="1650" spc="35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aGitude</a:t>
            </a:r>
            <a:endParaRPr sz="1650">
              <a:latin typeface="Abril Display"/>
              <a:cs typeface="Abril Displa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33300" y="6797724"/>
            <a:ext cx="2206625" cy="539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90"/>
              </a:spcBef>
            </a:pPr>
            <a:r>
              <a:rPr dirty="0" sz="1650">
                <a:latin typeface="Abril Display"/>
                <a:cs typeface="Abril Display"/>
              </a:rPr>
              <a:t>ESP32</a:t>
            </a:r>
            <a:r>
              <a:rPr dirty="0" sz="1650" spc="8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timestamps</a:t>
            </a:r>
            <a:r>
              <a:rPr dirty="0" sz="1650" spc="90">
                <a:latin typeface="Abril Display"/>
                <a:cs typeface="Abril Display"/>
              </a:rPr>
              <a:t> </a:t>
            </a:r>
            <a:r>
              <a:rPr dirty="0" sz="1650" spc="-25">
                <a:latin typeface="Abril Display"/>
                <a:cs typeface="Abril Display"/>
              </a:rPr>
              <a:t>and </a:t>
            </a:r>
            <a:r>
              <a:rPr dirty="0" sz="1650">
                <a:latin typeface="Abril Display"/>
                <a:cs typeface="Abril Display"/>
              </a:rPr>
              <a:t>logs</a:t>
            </a:r>
            <a:r>
              <a:rPr dirty="0" sz="1650" spc="4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all</a:t>
            </a:r>
            <a:r>
              <a:rPr dirty="0" sz="1650" spc="5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sensor</a:t>
            </a:r>
            <a:r>
              <a:rPr dirty="0" sz="1650" spc="50">
                <a:latin typeface="Abril Display"/>
                <a:cs typeface="Abril Display"/>
              </a:rPr>
              <a:t> </a:t>
            </a:r>
            <a:r>
              <a:rPr dirty="0" sz="1650" spc="-20">
                <a:latin typeface="Abril Display"/>
                <a:cs typeface="Abril Display"/>
              </a:rPr>
              <a:t>data</a:t>
            </a:r>
            <a:endParaRPr sz="1650">
              <a:latin typeface="Abril Display"/>
              <a:cs typeface="Abril Display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2107" y="6325124"/>
            <a:ext cx="2384425" cy="126873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835660">
              <a:lnSpc>
                <a:spcPct val="100000"/>
              </a:lnSpc>
              <a:spcBef>
                <a:spcPts val="985"/>
              </a:spcBef>
            </a:pPr>
            <a:r>
              <a:rPr dirty="0" sz="1650" spc="-10">
                <a:latin typeface="Abril Display"/>
                <a:cs typeface="Abril Display"/>
              </a:rPr>
              <a:t>Analyze</a:t>
            </a:r>
            <a:endParaRPr sz="1650">
              <a:latin typeface="Abril Display"/>
              <a:cs typeface="Abril Display"/>
            </a:endParaRPr>
          </a:p>
          <a:p>
            <a:pPr marL="12700" marR="5080">
              <a:lnSpc>
                <a:spcPct val="102099"/>
              </a:lnSpc>
              <a:spcBef>
                <a:spcPts val="850"/>
              </a:spcBef>
            </a:pPr>
            <a:r>
              <a:rPr dirty="0" sz="1650">
                <a:latin typeface="Abril Display"/>
                <a:cs typeface="Abril Display"/>
              </a:rPr>
              <a:t>Filter</a:t>
            </a:r>
            <a:r>
              <a:rPr dirty="0" sz="1650" spc="-15">
                <a:latin typeface="Abril Display"/>
                <a:cs typeface="Abril Display"/>
              </a:rPr>
              <a:t> </a:t>
            </a:r>
            <a:r>
              <a:rPr dirty="0" sz="1650">
                <a:latin typeface="Source Arabic Sans"/>
                <a:cs typeface="Source Arabic Sans"/>
              </a:rPr>
              <a:t>s</a:t>
            </a:r>
            <a:r>
              <a:rPr dirty="0" sz="1650" spc="-10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extract</a:t>
            </a:r>
            <a:r>
              <a:rPr dirty="0" sz="1650" spc="-1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features</a:t>
            </a:r>
            <a:r>
              <a:rPr dirty="0" sz="1650" spc="-15">
                <a:latin typeface="Abril Display"/>
                <a:cs typeface="Abril Display"/>
              </a:rPr>
              <a:t> </a:t>
            </a:r>
            <a:r>
              <a:rPr dirty="0" sz="1650" spc="-50">
                <a:latin typeface="Source Arabic Sans"/>
                <a:cs typeface="Source Arabic Sans"/>
              </a:rPr>
              <a:t>s</a:t>
            </a:r>
            <a:r>
              <a:rPr dirty="0" sz="1650" spc="-5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detect</a:t>
            </a:r>
            <a:r>
              <a:rPr dirty="0" sz="1650" spc="3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anomaly</a:t>
            </a:r>
            <a:r>
              <a:rPr dirty="0" sz="1650" spc="35">
                <a:latin typeface="Abril Display"/>
                <a:cs typeface="Abril Display"/>
              </a:rPr>
              <a:t> </a:t>
            </a:r>
            <a:r>
              <a:rPr dirty="0" sz="1650" spc="-60">
                <a:latin typeface="Source Arabic Sans"/>
                <a:cs typeface="Source Arabic Sans"/>
              </a:rPr>
              <a:t>s</a:t>
            </a:r>
            <a:r>
              <a:rPr dirty="0" sz="1650" spc="-6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combine</a:t>
            </a:r>
            <a:r>
              <a:rPr dirty="0" sz="1650" spc="10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evidence</a:t>
            </a:r>
            <a:endParaRPr sz="1650">
              <a:latin typeface="Abril Display"/>
              <a:cs typeface="Abril Display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3326" y="7954243"/>
            <a:ext cx="6979790" cy="161736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617518" y="8096927"/>
            <a:ext cx="2228215" cy="12033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610870">
              <a:lnSpc>
                <a:spcPct val="100000"/>
              </a:lnSpc>
              <a:spcBef>
                <a:spcPts val="725"/>
              </a:spcBef>
            </a:pPr>
            <a:r>
              <a:rPr dirty="0" sz="1650" spc="-10">
                <a:latin typeface="Abril Display"/>
                <a:cs typeface="Abril Display"/>
              </a:rPr>
              <a:t>LOCALIZE</a:t>
            </a:r>
            <a:endParaRPr sz="1650">
              <a:latin typeface="Abril Display"/>
              <a:cs typeface="Abril Display"/>
            </a:endParaRPr>
          </a:p>
          <a:p>
            <a:pPr marL="12700" marR="5080">
              <a:lnSpc>
                <a:spcPct val="102200"/>
              </a:lnSpc>
              <a:spcBef>
                <a:spcPts val="590"/>
              </a:spcBef>
            </a:pPr>
            <a:r>
              <a:rPr dirty="0" sz="1650">
                <a:latin typeface="Abril Display"/>
                <a:cs typeface="Abril Display"/>
              </a:rPr>
              <a:t>GPS</a:t>
            </a:r>
            <a:r>
              <a:rPr dirty="0" sz="1650" spc="3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+</a:t>
            </a:r>
            <a:r>
              <a:rPr dirty="0" sz="1650" spc="3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driŁ</a:t>
            </a:r>
            <a:r>
              <a:rPr dirty="0" sz="1650" spc="30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bearing</a:t>
            </a:r>
            <a:r>
              <a:rPr dirty="0" sz="1650" spc="35">
                <a:latin typeface="Abril Display"/>
                <a:cs typeface="Abril Display"/>
              </a:rPr>
              <a:t> </a:t>
            </a:r>
            <a:r>
              <a:rPr dirty="0" sz="1650" spc="-50">
                <a:latin typeface="Source Arabic Sans"/>
                <a:cs typeface="Source Arabic Sans"/>
              </a:rPr>
              <a:t>s</a:t>
            </a:r>
            <a:r>
              <a:rPr dirty="0" sz="1650" spc="-5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directional</a:t>
            </a:r>
            <a:r>
              <a:rPr dirty="0" sz="1650" spc="85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uncertainty sector</a:t>
            </a:r>
            <a:endParaRPr sz="1650">
              <a:latin typeface="Abril Display"/>
              <a:cs typeface="Abril Display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53786" y="7985196"/>
            <a:ext cx="2174875" cy="11906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 marL="233045">
              <a:lnSpc>
                <a:spcPct val="100000"/>
              </a:lnSpc>
              <a:spcBef>
                <a:spcPts val="675"/>
              </a:spcBef>
            </a:pPr>
            <a:r>
              <a:rPr dirty="0" sz="1650" spc="-25">
                <a:latin typeface="Abril Display"/>
                <a:cs typeface="Abril Display"/>
              </a:rPr>
              <a:t>MAP</a:t>
            </a:r>
            <a:endParaRPr sz="1650">
              <a:latin typeface="Abril Display"/>
              <a:cs typeface="Abril Display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>
                <a:latin typeface="Abril Display"/>
                <a:cs typeface="Abril Display"/>
              </a:rPr>
              <a:t>GIS</a:t>
            </a:r>
            <a:r>
              <a:rPr dirty="0" sz="1650" spc="1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heatmap</a:t>
            </a:r>
            <a:r>
              <a:rPr dirty="0" sz="1650" spc="20">
                <a:latin typeface="Abril Display"/>
                <a:cs typeface="Abril Display"/>
              </a:rPr>
              <a:t> </a:t>
            </a:r>
            <a:r>
              <a:rPr dirty="0" sz="1650" spc="-50">
                <a:latin typeface="Source Arabic Sans"/>
                <a:cs typeface="Source Arabic Sans"/>
              </a:rPr>
              <a:t>s</a:t>
            </a:r>
            <a:endParaRPr sz="1650">
              <a:latin typeface="Source Arabic Sans"/>
              <a:cs typeface="Source Arabic Sans"/>
            </a:endParaRPr>
          </a:p>
          <a:p>
            <a:pPr marL="12700" marR="5080" indent="-635">
              <a:lnSpc>
                <a:spcPct val="102099"/>
              </a:lnSpc>
            </a:pPr>
            <a:r>
              <a:rPr dirty="0" sz="1650" spc="-10">
                <a:latin typeface="Abril Display"/>
                <a:cs typeface="Abril Display"/>
              </a:rPr>
              <a:t>multi-</a:t>
            </a:r>
            <a:r>
              <a:rPr dirty="0" sz="1650">
                <a:latin typeface="Abril Display"/>
                <a:cs typeface="Abril Display"/>
              </a:rPr>
              <a:t>station</a:t>
            </a:r>
            <a:r>
              <a:rPr dirty="0" sz="1650" spc="-5">
                <a:latin typeface="Abril Display"/>
                <a:cs typeface="Abril Display"/>
              </a:rPr>
              <a:t> </a:t>
            </a:r>
            <a:r>
              <a:rPr dirty="0" sz="1650">
                <a:latin typeface="Abril Display"/>
                <a:cs typeface="Abril Display"/>
              </a:rPr>
              <a:t>overlap</a:t>
            </a:r>
            <a:r>
              <a:rPr dirty="0" sz="1650" spc="-5">
                <a:latin typeface="Abril Display"/>
                <a:cs typeface="Abril Display"/>
              </a:rPr>
              <a:t> </a:t>
            </a:r>
            <a:r>
              <a:rPr dirty="0" sz="1650" spc="-50">
                <a:latin typeface="Source Arabic Sans"/>
                <a:cs typeface="Source Arabic Sans"/>
              </a:rPr>
              <a:t>s</a:t>
            </a:r>
            <a:r>
              <a:rPr dirty="0" sz="1650" spc="-50">
                <a:latin typeface="Liberation Serif"/>
                <a:cs typeface="Liberation Serif"/>
              </a:rPr>
              <a:t> </a:t>
            </a:r>
            <a:r>
              <a:rPr dirty="0" sz="1650">
                <a:latin typeface="Abril Display"/>
                <a:cs typeface="Abril Display"/>
              </a:rPr>
              <a:t>candidate</a:t>
            </a:r>
            <a:r>
              <a:rPr dirty="0" sz="1650" spc="55">
                <a:latin typeface="Abril Display"/>
                <a:cs typeface="Abril Display"/>
              </a:rPr>
              <a:t> </a:t>
            </a:r>
            <a:r>
              <a:rPr dirty="0" sz="1650" spc="-10">
                <a:latin typeface="Abril Display"/>
                <a:cs typeface="Abril Display"/>
              </a:rPr>
              <a:t>region</a:t>
            </a:r>
            <a:endParaRPr sz="1650">
              <a:latin typeface="Abril Display"/>
              <a:cs typeface="Abril Display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013" y="3220132"/>
            <a:ext cx="5189041" cy="265532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727" rIns="0" bIns="0" rtlCol="0" vert="horz">
            <a:spAutoFit/>
          </a:bodyPr>
          <a:lstStyle/>
          <a:p>
            <a:pPr marL="29095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TECHNICAL</a:t>
            </a:r>
            <a:r>
              <a:rPr dirty="0" spc="-59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494662" y="378374"/>
            <a:ext cx="1878330" cy="1211580"/>
          </a:xfrm>
          <a:custGeom>
            <a:avLst/>
            <a:gdLst/>
            <a:ahLst/>
            <a:cxnLst/>
            <a:rect l="l" t="t" r="r" b="b"/>
            <a:pathLst>
              <a:path w="1878330" h="1211580">
                <a:moveTo>
                  <a:pt x="1877783" y="605497"/>
                </a:moveTo>
                <a:lnTo>
                  <a:pt x="1870995" y="678683"/>
                </a:lnTo>
                <a:lnTo>
                  <a:pt x="1851153" y="749277"/>
                </a:lnTo>
                <a:lnTo>
                  <a:pt x="1819044" y="816774"/>
                </a:lnTo>
                <a:lnTo>
                  <a:pt x="1798634" y="849202"/>
                </a:lnTo>
                <a:lnTo>
                  <a:pt x="1775452" y="880666"/>
                </a:lnTo>
                <a:lnTo>
                  <a:pt x="1749597" y="911102"/>
                </a:lnTo>
                <a:lnTo>
                  <a:pt x="1721165" y="940447"/>
                </a:lnTo>
                <a:lnTo>
                  <a:pt x="1690256" y="968638"/>
                </a:lnTo>
                <a:lnTo>
                  <a:pt x="1656967" y="995611"/>
                </a:lnTo>
                <a:lnTo>
                  <a:pt x="1621397" y="1021302"/>
                </a:lnTo>
                <a:lnTo>
                  <a:pt x="1583644" y="1045649"/>
                </a:lnTo>
                <a:lnTo>
                  <a:pt x="1543806" y="1068589"/>
                </a:lnTo>
                <a:lnTo>
                  <a:pt x="1501982" y="1090057"/>
                </a:lnTo>
                <a:lnTo>
                  <a:pt x="1458269" y="1109990"/>
                </a:lnTo>
                <a:lnTo>
                  <a:pt x="1412766" y="1128326"/>
                </a:lnTo>
                <a:lnTo>
                  <a:pt x="1365571" y="1145001"/>
                </a:lnTo>
                <a:lnTo>
                  <a:pt x="1316782" y="1159951"/>
                </a:lnTo>
                <a:lnTo>
                  <a:pt x="1266498" y="1173113"/>
                </a:lnTo>
                <a:lnTo>
                  <a:pt x="1214816" y="1184425"/>
                </a:lnTo>
                <a:lnTo>
                  <a:pt x="1161835" y="1193821"/>
                </a:lnTo>
                <a:lnTo>
                  <a:pt x="1107654" y="1201240"/>
                </a:lnTo>
                <a:lnTo>
                  <a:pt x="1052369" y="1206617"/>
                </a:lnTo>
                <a:lnTo>
                  <a:pt x="996080" y="1209890"/>
                </a:lnTo>
                <a:lnTo>
                  <a:pt x="938885" y="1210995"/>
                </a:lnTo>
                <a:lnTo>
                  <a:pt x="881691" y="1209890"/>
                </a:lnTo>
                <a:lnTo>
                  <a:pt x="825404" y="1206617"/>
                </a:lnTo>
                <a:lnTo>
                  <a:pt x="770120" y="1201240"/>
                </a:lnTo>
                <a:lnTo>
                  <a:pt x="715940" y="1193821"/>
                </a:lnTo>
                <a:lnTo>
                  <a:pt x="662960" y="1184425"/>
                </a:lnTo>
                <a:lnTo>
                  <a:pt x="611279" y="1173113"/>
                </a:lnTo>
                <a:lnTo>
                  <a:pt x="560996" y="1159951"/>
                </a:lnTo>
                <a:lnTo>
                  <a:pt x="512208" y="1145001"/>
                </a:lnTo>
                <a:lnTo>
                  <a:pt x="465013" y="1128326"/>
                </a:lnTo>
                <a:lnTo>
                  <a:pt x="419511" y="1109990"/>
                </a:lnTo>
                <a:lnTo>
                  <a:pt x="375799" y="1090057"/>
                </a:lnTo>
                <a:lnTo>
                  <a:pt x="333975" y="1068589"/>
                </a:lnTo>
                <a:lnTo>
                  <a:pt x="294137" y="1045649"/>
                </a:lnTo>
                <a:lnTo>
                  <a:pt x="256385" y="1021302"/>
                </a:lnTo>
                <a:lnTo>
                  <a:pt x="220815" y="995611"/>
                </a:lnTo>
                <a:lnTo>
                  <a:pt x="187526" y="968638"/>
                </a:lnTo>
                <a:lnTo>
                  <a:pt x="156617" y="940447"/>
                </a:lnTo>
                <a:lnTo>
                  <a:pt x="128186" y="911102"/>
                </a:lnTo>
                <a:lnTo>
                  <a:pt x="102330" y="880666"/>
                </a:lnTo>
                <a:lnTo>
                  <a:pt x="79148" y="849202"/>
                </a:lnTo>
                <a:lnTo>
                  <a:pt x="58739" y="816774"/>
                </a:lnTo>
                <a:lnTo>
                  <a:pt x="26630" y="749277"/>
                </a:lnTo>
                <a:lnTo>
                  <a:pt x="6788" y="678683"/>
                </a:lnTo>
                <a:lnTo>
                  <a:pt x="0" y="605497"/>
                </a:lnTo>
                <a:lnTo>
                  <a:pt x="1713" y="568611"/>
                </a:lnTo>
                <a:lnTo>
                  <a:pt x="15126" y="496656"/>
                </a:lnTo>
                <a:lnTo>
                  <a:pt x="41200" y="427546"/>
                </a:lnTo>
                <a:lnTo>
                  <a:pt x="79148" y="361787"/>
                </a:lnTo>
                <a:lnTo>
                  <a:pt x="102330" y="330323"/>
                </a:lnTo>
                <a:lnTo>
                  <a:pt x="128186" y="299887"/>
                </a:lnTo>
                <a:lnTo>
                  <a:pt x="156617" y="270542"/>
                </a:lnTo>
                <a:lnTo>
                  <a:pt x="187526" y="242352"/>
                </a:lnTo>
                <a:lnTo>
                  <a:pt x="220815" y="215379"/>
                </a:lnTo>
                <a:lnTo>
                  <a:pt x="256385" y="189688"/>
                </a:lnTo>
                <a:lnTo>
                  <a:pt x="294137" y="165341"/>
                </a:lnTo>
                <a:lnTo>
                  <a:pt x="333975" y="142402"/>
                </a:lnTo>
                <a:lnTo>
                  <a:pt x="375799" y="120934"/>
                </a:lnTo>
                <a:lnTo>
                  <a:pt x="419511" y="101001"/>
                </a:lnTo>
                <a:lnTo>
                  <a:pt x="465013" y="82666"/>
                </a:lnTo>
                <a:lnTo>
                  <a:pt x="512208" y="65991"/>
                </a:lnTo>
                <a:lnTo>
                  <a:pt x="560996" y="51042"/>
                </a:lnTo>
                <a:lnTo>
                  <a:pt x="611279" y="37880"/>
                </a:lnTo>
                <a:lnTo>
                  <a:pt x="662960" y="26569"/>
                </a:lnTo>
                <a:lnTo>
                  <a:pt x="715940" y="17173"/>
                </a:lnTo>
                <a:lnTo>
                  <a:pt x="770120" y="9755"/>
                </a:lnTo>
                <a:lnTo>
                  <a:pt x="825404" y="4377"/>
                </a:lnTo>
                <a:lnTo>
                  <a:pt x="881691" y="1105"/>
                </a:lnTo>
                <a:lnTo>
                  <a:pt x="938885" y="0"/>
                </a:lnTo>
                <a:lnTo>
                  <a:pt x="996080" y="1105"/>
                </a:lnTo>
                <a:lnTo>
                  <a:pt x="1052369" y="4377"/>
                </a:lnTo>
                <a:lnTo>
                  <a:pt x="1107654" y="9755"/>
                </a:lnTo>
                <a:lnTo>
                  <a:pt x="1161835" y="17173"/>
                </a:lnTo>
                <a:lnTo>
                  <a:pt x="1214816" y="26569"/>
                </a:lnTo>
                <a:lnTo>
                  <a:pt x="1266498" y="37880"/>
                </a:lnTo>
                <a:lnTo>
                  <a:pt x="1316782" y="51042"/>
                </a:lnTo>
                <a:lnTo>
                  <a:pt x="1365571" y="65991"/>
                </a:lnTo>
                <a:lnTo>
                  <a:pt x="1412766" y="82666"/>
                </a:lnTo>
                <a:lnTo>
                  <a:pt x="1458269" y="101001"/>
                </a:lnTo>
                <a:lnTo>
                  <a:pt x="1501982" y="120934"/>
                </a:lnTo>
                <a:lnTo>
                  <a:pt x="1543806" y="142402"/>
                </a:lnTo>
                <a:lnTo>
                  <a:pt x="1583644" y="165341"/>
                </a:lnTo>
                <a:lnTo>
                  <a:pt x="1621397" y="189688"/>
                </a:lnTo>
                <a:lnTo>
                  <a:pt x="1656967" y="215379"/>
                </a:lnTo>
                <a:lnTo>
                  <a:pt x="1690256" y="242352"/>
                </a:lnTo>
                <a:lnTo>
                  <a:pt x="1721165" y="270542"/>
                </a:lnTo>
                <a:lnTo>
                  <a:pt x="1749597" y="299887"/>
                </a:lnTo>
                <a:lnTo>
                  <a:pt x="1775452" y="330323"/>
                </a:lnTo>
                <a:lnTo>
                  <a:pt x="1798634" y="361787"/>
                </a:lnTo>
                <a:lnTo>
                  <a:pt x="1819044" y="394216"/>
                </a:lnTo>
                <a:lnTo>
                  <a:pt x="1851153" y="461714"/>
                </a:lnTo>
                <a:lnTo>
                  <a:pt x="1870995" y="532310"/>
                </a:lnTo>
                <a:lnTo>
                  <a:pt x="1877783" y="60549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4114" y="685615"/>
            <a:ext cx="11760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EmbedX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578" y="85648"/>
            <a:ext cx="18216880" cy="6029960"/>
            <a:chOff x="53578" y="85648"/>
            <a:chExt cx="18216880" cy="60299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62047" y="85648"/>
              <a:ext cx="3313684" cy="16842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8" y="1769948"/>
              <a:ext cx="18216562" cy="434510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4186554">
              <a:lnSpc>
                <a:spcPct val="100000"/>
              </a:lnSpc>
              <a:spcBef>
                <a:spcPts val="140"/>
              </a:spcBef>
            </a:pPr>
            <a:r>
              <a:rPr dirty="0"/>
              <a:t>HOW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SYSTEM</a:t>
            </a:r>
            <a:r>
              <a:rPr dirty="0" spc="-25"/>
              <a:t> </a:t>
            </a:r>
            <a:r>
              <a:rPr dirty="0" spc="-10"/>
              <a:t>WORKS</a:t>
            </a:r>
          </a:p>
          <a:p>
            <a:pPr marL="215900" indent="-203200">
              <a:lnSpc>
                <a:spcPct val="100000"/>
              </a:lnSpc>
              <a:spcBef>
                <a:spcPts val="225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Sensor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Acquisition: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Multi-sensor</a:t>
            </a:r>
            <a:r>
              <a:rPr dirty="0" u="none" sz="1850" spc="5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suite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captures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magnetic,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metallic,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temperature,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motion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timestamp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data.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ESP32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Edge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Processing: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ESP32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collects,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synchronizes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locally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logs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the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raw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sensor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readings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during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deployment.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Telemetry: After </a:t>
            </a:r>
            <a:r>
              <a:rPr dirty="0" u="none" sz="1850" spc="-10" b="0">
                <a:latin typeface="Calibri"/>
                <a:cs typeface="Calibri"/>
              </a:rPr>
              <a:t>recovery,</a:t>
            </a:r>
            <a:r>
              <a:rPr dirty="0" u="none" sz="1850" b="0">
                <a:latin typeface="Calibri"/>
                <a:cs typeface="Calibri"/>
              </a:rPr>
              <a:t> logged</a:t>
            </a:r>
            <a:r>
              <a:rPr dirty="0" u="none" sz="1850" spc="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data is transferred</a:t>
            </a:r>
            <a:r>
              <a:rPr dirty="0" u="none" sz="1850" spc="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via Wi-Fi in</a:t>
            </a:r>
            <a:r>
              <a:rPr dirty="0" u="none" sz="1850" spc="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CSV/JSON format for</a:t>
            </a:r>
            <a:r>
              <a:rPr dirty="0" u="none" sz="1850" spc="5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processing.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Data</a:t>
            </a:r>
            <a:r>
              <a:rPr dirty="0" u="none" sz="1850" spc="3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Analysis: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Raw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signals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undergo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preprocessing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→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feature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extraction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→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anomaly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detection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→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evidence-based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classification.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Geo-Spatial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Localization: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Magnetic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heading,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IMU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motion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data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current-</a:t>
            </a:r>
            <a:r>
              <a:rPr dirty="0" u="none" sz="1850" b="0">
                <a:latin typeface="Calibri"/>
                <a:cs typeface="Calibri"/>
              </a:rPr>
              <a:t>aligned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fins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are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fused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to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estimate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the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probable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drift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direction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uncertainty.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GIS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Visualization: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Detected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anomalies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are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mapped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with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heatmaps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directional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uncertainty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sectors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and</a:t>
            </a:r>
            <a:r>
              <a:rPr dirty="0" u="none" sz="1850" spc="4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overlaid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with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available</a:t>
            </a:r>
            <a:r>
              <a:rPr dirty="0" u="none" sz="1850" spc="3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seafloor</a:t>
            </a:r>
            <a:r>
              <a:rPr dirty="0" u="none" sz="1850" spc="40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topography.</a:t>
            </a:r>
            <a:endParaRPr sz="1850">
              <a:latin typeface="Calibri"/>
              <a:cs typeface="Calibri"/>
            </a:endParaRPr>
          </a:p>
          <a:p>
            <a:pPr marL="215900" indent="-203200">
              <a:lnSpc>
                <a:spcPct val="100000"/>
              </a:lnSpc>
              <a:spcBef>
                <a:spcPts val="2315"/>
              </a:spcBef>
              <a:buFont typeface="Times New Roman"/>
              <a:buChar char="•"/>
              <a:tabLst>
                <a:tab pos="215900" algn="l"/>
              </a:tabLst>
            </a:pPr>
            <a:r>
              <a:rPr dirty="0" u="none" sz="1850" b="0">
                <a:latin typeface="Calibri"/>
                <a:cs typeface="Calibri"/>
              </a:rPr>
              <a:t>Priority</a:t>
            </a:r>
            <a:r>
              <a:rPr dirty="0" u="none" sz="1850" spc="15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Search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Region: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Intersecting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information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from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multiple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deployments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narrows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the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probable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target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area,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guiding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efficient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b="0">
                <a:latin typeface="Calibri"/>
                <a:cs typeface="Calibri"/>
              </a:rPr>
              <a:t>ROV/field</a:t>
            </a:r>
            <a:r>
              <a:rPr dirty="0" u="none" sz="1850" spc="20" b="0">
                <a:latin typeface="Calibri"/>
                <a:cs typeface="Calibri"/>
              </a:rPr>
              <a:t> </a:t>
            </a:r>
            <a:r>
              <a:rPr dirty="0" u="none" sz="1850" spc="-10" b="0">
                <a:latin typeface="Calibri"/>
                <a:cs typeface="Calibri"/>
              </a:rPr>
              <a:t>investigation.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799" y="6568468"/>
            <a:ext cx="2792793" cy="27813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727" rIns="0" bIns="0" rtlCol="0" vert="horz">
            <a:spAutoFit/>
          </a:bodyPr>
          <a:lstStyle/>
          <a:p>
            <a:pPr marL="207391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FEASIBILITY</a:t>
            </a:r>
            <a:r>
              <a:rPr dirty="0" spc="-47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dirty="0" spc="-7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VIABILITY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494662" y="378374"/>
            <a:ext cx="1878330" cy="1211580"/>
          </a:xfrm>
          <a:custGeom>
            <a:avLst/>
            <a:gdLst/>
            <a:ahLst/>
            <a:cxnLst/>
            <a:rect l="l" t="t" r="r" b="b"/>
            <a:pathLst>
              <a:path w="1878330" h="1211580">
                <a:moveTo>
                  <a:pt x="1877783" y="605497"/>
                </a:moveTo>
                <a:lnTo>
                  <a:pt x="1870995" y="678683"/>
                </a:lnTo>
                <a:lnTo>
                  <a:pt x="1851153" y="749277"/>
                </a:lnTo>
                <a:lnTo>
                  <a:pt x="1819044" y="816774"/>
                </a:lnTo>
                <a:lnTo>
                  <a:pt x="1798634" y="849202"/>
                </a:lnTo>
                <a:lnTo>
                  <a:pt x="1775452" y="880666"/>
                </a:lnTo>
                <a:lnTo>
                  <a:pt x="1749597" y="911102"/>
                </a:lnTo>
                <a:lnTo>
                  <a:pt x="1721165" y="940447"/>
                </a:lnTo>
                <a:lnTo>
                  <a:pt x="1690256" y="968638"/>
                </a:lnTo>
                <a:lnTo>
                  <a:pt x="1656967" y="995611"/>
                </a:lnTo>
                <a:lnTo>
                  <a:pt x="1621397" y="1021302"/>
                </a:lnTo>
                <a:lnTo>
                  <a:pt x="1583644" y="1045649"/>
                </a:lnTo>
                <a:lnTo>
                  <a:pt x="1543806" y="1068589"/>
                </a:lnTo>
                <a:lnTo>
                  <a:pt x="1501982" y="1090057"/>
                </a:lnTo>
                <a:lnTo>
                  <a:pt x="1458269" y="1109990"/>
                </a:lnTo>
                <a:lnTo>
                  <a:pt x="1412766" y="1128326"/>
                </a:lnTo>
                <a:lnTo>
                  <a:pt x="1365571" y="1145001"/>
                </a:lnTo>
                <a:lnTo>
                  <a:pt x="1316782" y="1159951"/>
                </a:lnTo>
                <a:lnTo>
                  <a:pt x="1266498" y="1173113"/>
                </a:lnTo>
                <a:lnTo>
                  <a:pt x="1214816" y="1184425"/>
                </a:lnTo>
                <a:lnTo>
                  <a:pt x="1161835" y="1193821"/>
                </a:lnTo>
                <a:lnTo>
                  <a:pt x="1107654" y="1201240"/>
                </a:lnTo>
                <a:lnTo>
                  <a:pt x="1052369" y="1206617"/>
                </a:lnTo>
                <a:lnTo>
                  <a:pt x="996080" y="1209890"/>
                </a:lnTo>
                <a:lnTo>
                  <a:pt x="938885" y="1210995"/>
                </a:lnTo>
                <a:lnTo>
                  <a:pt x="881691" y="1209890"/>
                </a:lnTo>
                <a:lnTo>
                  <a:pt x="825404" y="1206617"/>
                </a:lnTo>
                <a:lnTo>
                  <a:pt x="770120" y="1201240"/>
                </a:lnTo>
                <a:lnTo>
                  <a:pt x="715940" y="1193821"/>
                </a:lnTo>
                <a:lnTo>
                  <a:pt x="662960" y="1184425"/>
                </a:lnTo>
                <a:lnTo>
                  <a:pt x="611279" y="1173113"/>
                </a:lnTo>
                <a:lnTo>
                  <a:pt x="560996" y="1159951"/>
                </a:lnTo>
                <a:lnTo>
                  <a:pt x="512208" y="1145001"/>
                </a:lnTo>
                <a:lnTo>
                  <a:pt x="465013" y="1128326"/>
                </a:lnTo>
                <a:lnTo>
                  <a:pt x="419511" y="1109990"/>
                </a:lnTo>
                <a:lnTo>
                  <a:pt x="375799" y="1090057"/>
                </a:lnTo>
                <a:lnTo>
                  <a:pt x="333975" y="1068589"/>
                </a:lnTo>
                <a:lnTo>
                  <a:pt x="294137" y="1045649"/>
                </a:lnTo>
                <a:lnTo>
                  <a:pt x="256385" y="1021302"/>
                </a:lnTo>
                <a:lnTo>
                  <a:pt x="220815" y="995611"/>
                </a:lnTo>
                <a:lnTo>
                  <a:pt x="187526" y="968638"/>
                </a:lnTo>
                <a:lnTo>
                  <a:pt x="156617" y="940447"/>
                </a:lnTo>
                <a:lnTo>
                  <a:pt x="128186" y="911102"/>
                </a:lnTo>
                <a:lnTo>
                  <a:pt x="102330" y="880666"/>
                </a:lnTo>
                <a:lnTo>
                  <a:pt x="79148" y="849202"/>
                </a:lnTo>
                <a:lnTo>
                  <a:pt x="58739" y="816774"/>
                </a:lnTo>
                <a:lnTo>
                  <a:pt x="26630" y="749277"/>
                </a:lnTo>
                <a:lnTo>
                  <a:pt x="6788" y="678683"/>
                </a:lnTo>
                <a:lnTo>
                  <a:pt x="0" y="605497"/>
                </a:lnTo>
                <a:lnTo>
                  <a:pt x="1713" y="568611"/>
                </a:lnTo>
                <a:lnTo>
                  <a:pt x="15126" y="496656"/>
                </a:lnTo>
                <a:lnTo>
                  <a:pt x="41200" y="427546"/>
                </a:lnTo>
                <a:lnTo>
                  <a:pt x="79148" y="361787"/>
                </a:lnTo>
                <a:lnTo>
                  <a:pt x="102330" y="330323"/>
                </a:lnTo>
                <a:lnTo>
                  <a:pt x="128186" y="299887"/>
                </a:lnTo>
                <a:lnTo>
                  <a:pt x="156617" y="270542"/>
                </a:lnTo>
                <a:lnTo>
                  <a:pt x="187526" y="242352"/>
                </a:lnTo>
                <a:lnTo>
                  <a:pt x="220815" y="215379"/>
                </a:lnTo>
                <a:lnTo>
                  <a:pt x="256385" y="189688"/>
                </a:lnTo>
                <a:lnTo>
                  <a:pt x="294137" y="165341"/>
                </a:lnTo>
                <a:lnTo>
                  <a:pt x="333975" y="142402"/>
                </a:lnTo>
                <a:lnTo>
                  <a:pt x="375799" y="120934"/>
                </a:lnTo>
                <a:lnTo>
                  <a:pt x="419511" y="101001"/>
                </a:lnTo>
                <a:lnTo>
                  <a:pt x="465013" y="82666"/>
                </a:lnTo>
                <a:lnTo>
                  <a:pt x="512208" y="65991"/>
                </a:lnTo>
                <a:lnTo>
                  <a:pt x="560996" y="51042"/>
                </a:lnTo>
                <a:lnTo>
                  <a:pt x="611279" y="37880"/>
                </a:lnTo>
                <a:lnTo>
                  <a:pt x="662960" y="26569"/>
                </a:lnTo>
                <a:lnTo>
                  <a:pt x="715940" y="17173"/>
                </a:lnTo>
                <a:lnTo>
                  <a:pt x="770120" y="9755"/>
                </a:lnTo>
                <a:lnTo>
                  <a:pt x="825404" y="4377"/>
                </a:lnTo>
                <a:lnTo>
                  <a:pt x="881691" y="1105"/>
                </a:lnTo>
                <a:lnTo>
                  <a:pt x="938885" y="0"/>
                </a:lnTo>
                <a:lnTo>
                  <a:pt x="996080" y="1105"/>
                </a:lnTo>
                <a:lnTo>
                  <a:pt x="1052369" y="4377"/>
                </a:lnTo>
                <a:lnTo>
                  <a:pt x="1107654" y="9755"/>
                </a:lnTo>
                <a:lnTo>
                  <a:pt x="1161835" y="17173"/>
                </a:lnTo>
                <a:lnTo>
                  <a:pt x="1214816" y="26569"/>
                </a:lnTo>
                <a:lnTo>
                  <a:pt x="1266498" y="37880"/>
                </a:lnTo>
                <a:lnTo>
                  <a:pt x="1316782" y="51042"/>
                </a:lnTo>
                <a:lnTo>
                  <a:pt x="1365571" y="65991"/>
                </a:lnTo>
                <a:lnTo>
                  <a:pt x="1412766" y="82666"/>
                </a:lnTo>
                <a:lnTo>
                  <a:pt x="1458269" y="101001"/>
                </a:lnTo>
                <a:lnTo>
                  <a:pt x="1501982" y="120934"/>
                </a:lnTo>
                <a:lnTo>
                  <a:pt x="1543806" y="142402"/>
                </a:lnTo>
                <a:lnTo>
                  <a:pt x="1583644" y="165341"/>
                </a:lnTo>
                <a:lnTo>
                  <a:pt x="1621397" y="189688"/>
                </a:lnTo>
                <a:lnTo>
                  <a:pt x="1656967" y="215379"/>
                </a:lnTo>
                <a:lnTo>
                  <a:pt x="1690256" y="242352"/>
                </a:lnTo>
                <a:lnTo>
                  <a:pt x="1721165" y="270542"/>
                </a:lnTo>
                <a:lnTo>
                  <a:pt x="1749597" y="299887"/>
                </a:lnTo>
                <a:lnTo>
                  <a:pt x="1775452" y="330323"/>
                </a:lnTo>
                <a:lnTo>
                  <a:pt x="1798634" y="361787"/>
                </a:lnTo>
                <a:lnTo>
                  <a:pt x="1819044" y="394216"/>
                </a:lnTo>
                <a:lnTo>
                  <a:pt x="1851153" y="461714"/>
                </a:lnTo>
                <a:lnTo>
                  <a:pt x="1870995" y="532310"/>
                </a:lnTo>
                <a:lnTo>
                  <a:pt x="1877783" y="60549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5722" y="725296"/>
            <a:ext cx="11760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EmbedX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7" y="85648"/>
            <a:ext cx="3313684" cy="16842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6419" y="2077357"/>
            <a:ext cx="11155045" cy="697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100" spc="-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TECHNICALLY</a:t>
            </a:r>
            <a:r>
              <a:rPr dirty="0" u="heavy" sz="21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FEASIBLE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20">
                <a:latin typeface="Calibri"/>
                <a:cs typeface="Calibri"/>
              </a:rPr>
              <a:t>Low-</a:t>
            </a:r>
            <a:r>
              <a:rPr dirty="0" sz="2100">
                <a:latin typeface="Calibri"/>
                <a:cs typeface="Calibri"/>
              </a:rPr>
              <a:t>cost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COTS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sensors: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ESP32,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MPU6050,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RM3100,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PT100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RTC.</a:t>
            </a:r>
            <a:endParaRPr sz="2100">
              <a:latin typeface="Calibri"/>
              <a:cs typeface="Calibri"/>
            </a:endParaRPr>
          </a:p>
          <a:p>
            <a:pPr marL="238760" marR="2543175" indent="-226695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Local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data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logging: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Sensor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operates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underwater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without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requiring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continuous communication.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40">
                <a:latin typeface="Calibri"/>
                <a:cs typeface="Calibri"/>
              </a:rPr>
              <a:t>Post-</a:t>
            </a:r>
            <a:r>
              <a:rPr dirty="0" sz="2100" spc="-10">
                <a:latin typeface="Calibri"/>
                <a:cs typeface="Calibri"/>
              </a:rPr>
              <a:t>recovery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Wi-</a:t>
            </a:r>
            <a:r>
              <a:rPr dirty="0" sz="2100">
                <a:latin typeface="Calibri"/>
                <a:cs typeface="Calibri"/>
              </a:rPr>
              <a:t>Fi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transfer: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Data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uploaded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after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retrieval.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25">
                <a:latin typeface="Calibri"/>
                <a:cs typeface="Calibri"/>
              </a:rPr>
              <a:t>Pressure-</a:t>
            </a:r>
            <a:r>
              <a:rPr dirty="0" sz="2100" spc="-10">
                <a:latin typeface="Calibri"/>
                <a:cs typeface="Calibri"/>
              </a:rPr>
              <a:t>resistant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torpedo-</a:t>
            </a:r>
            <a:r>
              <a:rPr dirty="0" sz="2100">
                <a:latin typeface="Calibri"/>
                <a:cs typeface="Calibri"/>
              </a:rPr>
              <a:t>style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housing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enables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deep-</a:t>
            </a:r>
            <a:r>
              <a:rPr dirty="0" sz="2100">
                <a:latin typeface="Calibri"/>
                <a:cs typeface="Calibri"/>
              </a:rPr>
              <a:t>sea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deployment.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Modular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design: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Sensors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calibrated/replaced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independently.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95"/>
              </a:spcBef>
            </a:pPr>
            <a:r>
              <a:rPr dirty="0" u="heavy" sz="2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dirty="0" u="heavy" sz="21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CHALLENGES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10">
                <a:latin typeface="Calibri"/>
                <a:cs typeface="Calibri"/>
              </a:rPr>
              <a:t>Underwater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drift: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Deployment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GPS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≠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actual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seabed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sensor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position.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Magnetic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interference: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PI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coil,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battery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magnetometer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interfere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each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other.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10">
                <a:latin typeface="Calibri"/>
                <a:cs typeface="Calibri"/>
              </a:rPr>
              <a:t>Accelerometer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drift: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IMU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cannot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reliably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estimate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full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400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displacement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double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integration.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Deep-sea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conditions: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Pressure,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waterproofing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seawater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exposure.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PI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coil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optimization: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Final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coil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design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detection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performance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require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prototype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testing.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4"/>
              </a:spcBef>
            </a:pPr>
            <a:r>
              <a:rPr dirty="0" u="heavy" sz="2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MITIGATION</a:t>
            </a:r>
            <a:r>
              <a:rPr dirty="0" u="heavy" sz="2100" spc="-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STRATEGY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Drift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→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Estimate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probable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drift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direction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RM3100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+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MPU6050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+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mechanical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fins.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Magnetic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interference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→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Physically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separate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magnetometer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PI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coil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+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time-</a:t>
            </a:r>
            <a:r>
              <a:rPr dirty="0" sz="2100">
                <a:latin typeface="Calibri"/>
                <a:cs typeface="Calibri"/>
              </a:rPr>
              <a:t>multiplex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operation.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IMU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error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→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IMU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short-</a:t>
            </a:r>
            <a:r>
              <a:rPr dirty="0" sz="2100">
                <a:latin typeface="Calibri"/>
                <a:cs typeface="Calibri"/>
              </a:rPr>
              <a:t>term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motion,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long-term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dead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reckoning.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 spc="-20">
                <a:latin typeface="Calibri"/>
                <a:cs typeface="Calibri"/>
              </a:rPr>
              <a:t>Water/pressure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→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Sealed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pressure-</a:t>
            </a:r>
            <a:r>
              <a:rPr dirty="0" sz="2100" spc="-10">
                <a:latin typeface="Calibri"/>
                <a:cs typeface="Calibri"/>
              </a:rPr>
              <a:t>resistant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housing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+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protected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seawater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interface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PT100.</a:t>
            </a:r>
            <a:endParaRPr sz="21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buFont typeface="Times New Roman"/>
              <a:buChar char="•"/>
              <a:tabLst>
                <a:tab pos="238760" algn="l"/>
              </a:tabLst>
            </a:pPr>
            <a:r>
              <a:rPr dirty="0" sz="2100">
                <a:latin typeface="Calibri"/>
                <a:cs typeface="Calibri"/>
              </a:rPr>
              <a:t>Uncertainty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→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Represent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location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as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directional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sector,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validated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through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prototype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drift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tests.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656590" y="2482649"/>
            <a:ext cx="6548120" cy="6025515"/>
            <a:chOff x="11656590" y="2482649"/>
            <a:chExt cx="6548120" cy="60255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6590" y="4462085"/>
              <a:ext cx="6547530" cy="4045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9086" y="2482649"/>
              <a:ext cx="4892387" cy="198204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727" rIns="0" bIns="0" rtlCol="0" vert="horz">
            <a:spAutoFit/>
          </a:bodyPr>
          <a:lstStyle/>
          <a:p>
            <a:pPr marL="3027045">
              <a:lnSpc>
                <a:spcPct val="100000"/>
              </a:lnSpc>
              <a:spcBef>
                <a:spcPts val="100"/>
              </a:spcBef>
            </a:pPr>
            <a:r>
              <a:rPr dirty="0" spc="-100">
                <a:latin typeface="Times New Roman"/>
                <a:cs typeface="Times New Roman"/>
              </a:rPr>
              <a:t>IMPACT</a:t>
            </a:r>
            <a:r>
              <a:rPr dirty="0" spc="-38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dirty="0" spc="2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494662" y="378374"/>
            <a:ext cx="1878330" cy="1211580"/>
          </a:xfrm>
          <a:custGeom>
            <a:avLst/>
            <a:gdLst/>
            <a:ahLst/>
            <a:cxnLst/>
            <a:rect l="l" t="t" r="r" b="b"/>
            <a:pathLst>
              <a:path w="1878330" h="1211580">
                <a:moveTo>
                  <a:pt x="1877783" y="605497"/>
                </a:moveTo>
                <a:lnTo>
                  <a:pt x="1870995" y="678683"/>
                </a:lnTo>
                <a:lnTo>
                  <a:pt x="1851153" y="749277"/>
                </a:lnTo>
                <a:lnTo>
                  <a:pt x="1819044" y="816774"/>
                </a:lnTo>
                <a:lnTo>
                  <a:pt x="1798634" y="849202"/>
                </a:lnTo>
                <a:lnTo>
                  <a:pt x="1775452" y="880666"/>
                </a:lnTo>
                <a:lnTo>
                  <a:pt x="1749597" y="911102"/>
                </a:lnTo>
                <a:lnTo>
                  <a:pt x="1721165" y="940447"/>
                </a:lnTo>
                <a:lnTo>
                  <a:pt x="1690256" y="968638"/>
                </a:lnTo>
                <a:lnTo>
                  <a:pt x="1656967" y="995611"/>
                </a:lnTo>
                <a:lnTo>
                  <a:pt x="1621397" y="1021302"/>
                </a:lnTo>
                <a:lnTo>
                  <a:pt x="1583644" y="1045649"/>
                </a:lnTo>
                <a:lnTo>
                  <a:pt x="1543806" y="1068589"/>
                </a:lnTo>
                <a:lnTo>
                  <a:pt x="1501982" y="1090057"/>
                </a:lnTo>
                <a:lnTo>
                  <a:pt x="1458269" y="1109990"/>
                </a:lnTo>
                <a:lnTo>
                  <a:pt x="1412766" y="1128326"/>
                </a:lnTo>
                <a:lnTo>
                  <a:pt x="1365571" y="1145001"/>
                </a:lnTo>
                <a:lnTo>
                  <a:pt x="1316782" y="1159951"/>
                </a:lnTo>
                <a:lnTo>
                  <a:pt x="1266498" y="1173113"/>
                </a:lnTo>
                <a:lnTo>
                  <a:pt x="1214816" y="1184425"/>
                </a:lnTo>
                <a:lnTo>
                  <a:pt x="1161835" y="1193821"/>
                </a:lnTo>
                <a:lnTo>
                  <a:pt x="1107654" y="1201240"/>
                </a:lnTo>
                <a:lnTo>
                  <a:pt x="1052369" y="1206617"/>
                </a:lnTo>
                <a:lnTo>
                  <a:pt x="996080" y="1209890"/>
                </a:lnTo>
                <a:lnTo>
                  <a:pt x="938885" y="1210995"/>
                </a:lnTo>
                <a:lnTo>
                  <a:pt x="881691" y="1209890"/>
                </a:lnTo>
                <a:lnTo>
                  <a:pt x="825404" y="1206617"/>
                </a:lnTo>
                <a:lnTo>
                  <a:pt x="770120" y="1201240"/>
                </a:lnTo>
                <a:lnTo>
                  <a:pt x="715940" y="1193821"/>
                </a:lnTo>
                <a:lnTo>
                  <a:pt x="662960" y="1184425"/>
                </a:lnTo>
                <a:lnTo>
                  <a:pt x="611279" y="1173113"/>
                </a:lnTo>
                <a:lnTo>
                  <a:pt x="560996" y="1159951"/>
                </a:lnTo>
                <a:lnTo>
                  <a:pt x="512208" y="1145001"/>
                </a:lnTo>
                <a:lnTo>
                  <a:pt x="465013" y="1128326"/>
                </a:lnTo>
                <a:lnTo>
                  <a:pt x="419511" y="1109990"/>
                </a:lnTo>
                <a:lnTo>
                  <a:pt x="375799" y="1090057"/>
                </a:lnTo>
                <a:lnTo>
                  <a:pt x="333975" y="1068589"/>
                </a:lnTo>
                <a:lnTo>
                  <a:pt x="294137" y="1045649"/>
                </a:lnTo>
                <a:lnTo>
                  <a:pt x="256385" y="1021302"/>
                </a:lnTo>
                <a:lnTo>
                  <a:pt x="220815" y="995611"/>
                </a:lnTo>
                <a:lnTo>
                  <a:pt x="187526" y="968638"/>
                </a:lnTo>
                <a:lnTo>
                  <a:pt x="156617" y="940447"/>
                </a:lnTo>
                <a:lnTo>
                  <a:pt x="128186" y="911102"/>
                </a:lnTo>
                <a:lnTo>
                  <a:pt x="102330" y="880666"/>
                </a:lnTo>
                <a:lnTo>
                  <a:pt x="79148" y="849202"/>
                </a:lnTo>
                <a:lnTo>
                  <a:pt x="58739" y="816774"/>
                </a:lnTo>
                <a:lnTo>
                  <a:pt x="26630" y="749277"/>
                </a:lnTo>
                <a:lnTo>
                  <a:pt x="6788" y="678683"/>
                </a:lnTo>
                <a:lnTo>
                  <a:pt x="0" y="605497"/>
                </a:lnTo>
                <a:lnTo>
                  <a:pt x="1713" y="568611"/>
                </a:lnTo>
                <a:lnTo>
                  <a:pt x="15126" y="496656"/>
                </a:lnTo>
                <a:lnTo>
                  <a:pt x="41200" y="427546"/>
                </a:lnTo>
                <a:lnTo>
                  <a:pt x="79148" y="361787"/>
                </a:lnTo>
                <a:lnTo>
                  <a:pt x="102330" y="330323"/>
                </a:lnTo>
                <a:lnTo>
                  <a:pt x="128186" y="299887"/>
                </a:lnTo>
                <a:lnTo>
                  <a:pt x="156617" y="270542"/>
                </a:lnTo>
                <a:lnTo>
                  <a:pt x="187526" y="242352"/>
                </a:lnTo>
                <a:lnTo>
                  <a:pt x="220815" y="215379"/>
                </a:lnTo>
                <a:lnTo>
                  <a:pt x="256385" y="189688"/>
                </a:lnTo>
                <a:lnTo>
                  <a:pt x="294137" y="165341"/>
                </a:lnTo>
                <a:lnTo>
                  <a:pt x="333975" y="142402"/>
                </a:lnTo>
                <a:lnTo>
                  <a:pt x="375799" y="120934"/>
                </a:lnTo>
                <a:lnTo>
                  <a:pt x="419511" y="101001"/>
                </a:lnTo>
                <a:lnTo>
                  <a:pt x="465013" y="82666"/>
                </a:lnTo>
                <a:lnTo>
                  <a:pt x="512208" y="65991"/>
                </a:lnTo>
                <a:lnTo>
                  <a:pt x="560996" y="51042"/>
                </a:lnTo>
                <a:lnTo>
                  <a:pt x="611279" y="37880"/>
                </a:lnTo>
                <a:lnTo>
                  <a:pt x="662960" y="26569"/>
                </a:lnTo>
                <a:lnTo>
                  <a:pt x="715940" y="17173"/>
                </a:lnTo>
                <a:lnTo>
                  <a:pt x="770120" y="9755"/>
                </a:lnTo>
                <a:lnTo>
                  <a:pt x="825404" y="4377"/>
                </a:lnTo>
                <a:lnTo>
                  <a:pt x="881691" y="1105"/>
                </a:lnTo>
                <a:lnTo>
                  <a:pt x="938885" y="0"/>
                </a:lnTo>
                <a:lnTo>
                  <a:pt x="996080" y="1105"/>
                </a:lnTo>
                <a:lnTo>
                  <a:pt x="1052369" y="4377"/>
                </a:lnTo>
                <a:lnTo>
                  <a:pt x="1107654" y="9755"/>
                </a:lnTo>
                <a:lnTo>
                  <a:pt x="1161835" y="17173"/>
                </a:lnTo>
                <a:lnTo>
                  <a:pt x="1214816" y="26569"/>
                </a:lnTo>
                <a:lnTo>
                  <a:pt x="1266498" y="37880"/>
                </a:lnTo>
                <a:lnTo>
                  <a:pt x="1316782" y="51042"/>
                </a:lnTo>
                <a:lnTo>
                  <a:pt x="1365571" y="65991"/>
                </a:lnTo>
                <a:lnTo>
                  <a:pt x="1412766" y="82666"/>
                </a:lnTo>
                <a:lnTo>
                  <a:pt x="1458269" y="101001"/>
                </a:lnTo>
                <a:lnTo>
                  <a:pt x="1501982" y="120934"/>
                </a:lnTo>
                <a:lnTo>
                  <a:pt x="1543806" y="142402"/>
                </a:lnTo>
                <a:lnTo>
                  <a:pt x="1583644" y="165341"/>
                </a:lnTo>
                <a:lnTo>
                  <a:pt x="1621397" y="189688"/>
                </a:lnTo>
                <a:lnTo>
                  <a:pt x="1656967" y="215379"/>
                </a:lnTo>
                <a:lnTo>
                  <a:pt x="1690256" y="242352"/>
                </a:lnTo>
                <a:lnTo>
                  <a:pt x="1721165" y="270542"/>
                </a:lnTo>
                <a:lnTo>
                  <a:pt x="1749597" y="299887"/>
                </a:lnTo>
                <a:lnTo>
                  <a:pt x="1775452" y="330323"/>
                </a:lnTo>
                <a:lnTo>
                  <a:pt x="1798634" y="361787"/>
                </a:lnTo>
                <a:lnTo>
                  <a:pt x="1819044" y="394216"/>
                </a:lnTo>
                <a:lnTo>
                  <a:pt x="1851153" y="461714"/>
                </a:lnTo>
                <a:lnTo>
                  <a:pt x="1870995" y="532310"/>
                </a:lnTo>
                <a:lnTo>
                  <a:pt x="1877783" y="60549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5722" y="725296"/>
            <a:ext cx="11760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EmbedX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7" y="85648"/>
            <a:ext cx="3313684" cy="16842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908" y="2017901"/>
            <a:ext cx="3959860" cy="3728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860" indent="-273050">
              <a:lnSpc>
                <a:spcPct val="100000"/>
              </a:lnSpc>
              <a:spcBef>
                <a:spcPts val="100"/>
              </a:spcBef>
              <a:buSzPct val="98148"/>
              <a:buAutoNum type="arabicPeriod"/>
              <a:tabLst>
                <a:tab pos="276860" algn="l"/>
              </a:tabLst>
            </a:pPr>
            <a:r>
              <a:rPr dirty="0" u="heavy" sz="2700" spc="-5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7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FASTER</a:t>
            </a:r>
            <a:r>
              <a:rPr dirty="0" u="heavy" sz="2700" spc="-5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7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EXPLORATION</a:t>
            </a:r>
            <a:endParaRPr sz="2700">
              <a:latin typeface="Calibri"/>
              <a:cs typeface="Calibri"/>
            </a:endParaRPr>
          </a:p>
          <a:p>
            <a:pPr lvl="1" marL="304165" marR="5080" indent="-291465">
              <a:lnSpc>
                <a:spcPct val="100000"/>
              </a:lnSpc>
              <a:buFont typeface="Times New Roman"/>
              <a:buChar char="•"/>
              <a:tabLst>
                <a:tab pos="304165" algn="l"/>
              </a:tabLst>
            </a:pPr>
            <a:r>
              <a:rPr dirty="0" sz="2700">
                <a:latin typeface="Calibri"/>
                <a:cs typeface="Calibri"/>
              </a:rPr>
              <a:t>Rapid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screening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seabed anomalies</a:t>
            </a:r>
            <a:endParaRPr sz="2700">
              <a:latin typeface="Calibri"/>
              <a:cs typeface="Calibri"/>
            </a:endParaRPr>
          </a:p>
          <a:p>
            <a:pPr lvl="1" marL="304165" marR="86995" indent="-291465">
              <a:lnSpc>
                <a:spcPct val="100000"/>
              </a:lnSpc>
              <a:buFont typeface="Times New Roman"/>
              <a:buChar char="•"/>
              <a:tabLst>
                <a:tab pos="304165" algn="l"/>
              </a:tabLst>
            </a:pPr>
            <a:r>
              <a:rPr dirty="0" sz="2700">
                <a:latin typeface="Calibri"/>
                <a:cs typeface="Calibri"/>
              </a:rPr>
              <a:t>Helps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prioritize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promising </a:t>
            </a:r>
            <a:r>
              <a:rPr dirty="0" sz="2700">
                <a:latin typeface="Calibri"/>
                <a:cs typeface="Calibri"/>
              </a:rPr>
              <a:t>regions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before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detailed investigation</a:t>
            </a:r>
            <a:endParaRPr sz="2700">
              <a:latin typeface="Calibri"/>
              <a:cs typeface="Calibri"/>
            </a:endParaRPr>
          </a:p>
          <a:p>
            <a:pPr lvl="1" marL="304165" marR="481965" indent="-291465">
              <a:lnSpc>
                <a:spcPct val="100000"/>
              </a:lnSpc>
              <a:buFont typeface="Times New Roman"/>
              <a:buChar char="•"/>
              <a:tabLst>
                <a:tab pos="304165" algn="l"/>
              </a:tabLst>
            </a:pPr>
            <a:r>
              <a:rPr dirty="0" sz="2700">
                <a:latin typeface="Calibri"/>
                <a:cs typeface="Calibri"/>
              </a:rPr>
              <a:t>Reduces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time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spent </a:t>
            </a:r>
            <a:r>
              <a:rPr dirty="0" sz="2700" spc="-20">
                <a:latin typeface="Calibri"/>
                <a:cs typeface="Calibri"/>
              </a:rPr>
              <a:t>investigating</a:t>
            </a:r>
            <a:r>
              <a:rPr dirty="0" sz="2700" spc="15">
                <a:latin typeface="Calibri"/>
                <a:cs typeface="Calibri"/>
              </a:rPr>
              <a:t> </a:t>
            </a:r>
            <a:r>
              <a:rPr dirty="0" sz="2700" spc="-40">
                <a:latin typeface="Calibri"/>
                <a:cs typeface="Calibri"/>
              </a:rPr>
              <a:t>low-</a:t>
            </a:r>
            <a:r>
              <a:rPr dirty="0" sz="2700" spc="-10">
                <a:latin typeface="Calibri"/>
                <a:cs typeface="Calibri"/>
              </a:rPr>
              <a:t>value anomalies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74" y="2013105"/>
            <a:ext cx="4669790" cy="3124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93370">
              <a:lnSpc>
                <a:spcPct val="100000"/>
              </a:lnSpc>
              <a:spcBef>
                <a:spcPts val="105"/>
              </a:spcBef>
              <a:buSzPct val="98275"/>
              <a:buAutoNum type="arabicPeriod" startAt="2"/>
              <a:tabLst>
                <a:tab pos="297180" algn="l"/>
              </a:tabLst>
            </a:pPr>
            <a:r>
              <a:rPr dirty="0" u="heavy" sz="29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COST</a:t>
            </a:r>
            <a:r>
              <a:rPr dirty="0" u="heavy" sz="29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SAVINGS</a:t>
            </a:r>
            <a:endParaRPr sz="2900">
              <a:latin typeface="Calibri"/>
              <a:cs typeface="Calibri"/>
            </a:endParaRPr>
          </a:p>
          <a:p>
            <a:pPr lvl="1" marL="325755" marR="200660" indent="-313690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 spc="-30">
                <a:latin typeface="Calibri"/>
                <a:cs typeface="Calibri"/>
              </a:rPr>
              <a:t>Low-</a:t>
            </a:r>
            <a:r>
              <a:rPr dirty="0" sz="2900">
                <a:latin typeface="Calibri"/>
                <a:cs typeface="Calibri"/>
              </a:rPr>
              <a:t>cost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deployable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sensor platform</a:t>
            </a:r>
            <a:endParaRPr sz="2900">
              <a:latin typeface="Calibri"/>
              <a:cs typeface="Calibri"/>
            </a:endParaRPr>
          </a:p>
          <a:p>
            <a:pPr lvl="1" marL="325755" marR="403860" indent="-313690"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Reduces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unnecessary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ROV </a:t>
            </a:r>
            <a:r>
              <a:rPr dirty="0" sz="2900" spc="-10">
                <a:latin typeface="Calibri"/>
                <a:cs typeface="Calibri"/>
              </a:rPr>
              <a:t>investigations</a:t>
            </a:r>
            <a:endParaRPr sz="2900">
              <a:latin typeface="Calibri"/>
              <a:cs typeface="Calibri"/>
            </a:endParaRPr>
          </a:p>
          <a:p>
            <a:pPr lvl="1" marL="325755" marR="5080" indent="-313690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Enables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multiple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screening </a:t>
            </a:r>
            <a:r>
              <a:rPr dirty="0" sz="2900">
                <a:latin typeface="Calibri"/>
                <a:cs typeface="Calibri"/>
              </a:rPr>
              <a:t>deployments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during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survey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03062" y="2013105"/>
            <a:ext cx="5200015" cy="3124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93370">
              <a:lnSpc>
                <a:spcPct val="100000"/>
              </a:lnSpc>
              <a:spcBef>
                <a:spcPts val="105"/>
              </a:spcBef>
              <a:buSzPct val="98275"/>
              <a:buAutoNum type="arabicPeriod" startAt="3"/>
              <a:tabLst>
                <a:tab pos="297180" algn="l"/>
              </a:tabLst>
            </a:pPr>
            <a:r>
              <a:rPr dirty="0" u="heavy" sz="29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DEEP-</a:t>
            </a:r>
            <a:r>
              <a:rPr dirty="0" u="heavy" sz="29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SEA</a:t>
            </a:r>
            <a:r>
              <a:rPr dirty="0" u="heavy" sz="29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RESOURCE</a:t>
            </a:r>
            <a:r>
              <a:rPr dirty="0" u="heavy" sz="29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MAPPING</a:t>
            </a:r>
            <a:endParaRPr sz="2900">
              <a:latin typeface="Calibri"/>
              <a:cs typeface="Calibri"/>
            </a:endParaRPr>
          </a:p>
          <a:p>
            <a:pPr lvl="1" marL="325755" marR="5080" indent="-313690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Identifies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magnetic,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metallic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and </a:t>
            </a:r>
            <a:r>
              <a:rPr dirty="0" sz="2900">
                <a:latin typeface="Calibri"/>
                <a:cs typeface="Calibri"/>
              </a:rPr>
              <a:t>thermal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anomalies</a:t>
            </a:r>
            <a:endParaRPr sz="2900">
              <a:latin typeface="Calibri"/>
              <a:cs typeface="Calibri"/>
            </a:endParaRPr>
          </a:p>
          <a:p>
            <a:pPr lvl="1" marL="325755" marR="200025" indent="-313690"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Combines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sensor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readings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with </a:t>
            </a:r>
            <a:r>
              <a:rPr dirty="0" sz="2900">
                <a:latin typeface="Calibri"/>
                <a:cs typeface="Calibri"/>
              </a:rPr>
              <a:t>existing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seafloor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topography</a:t>
            </a:r>
            <a:endParaRPr sz="2900">
              <a:latin typeface="Calibri"/>
              <a:cs typeface="Calibri"/>
            </a:endParaRPr>
          </a:p>
          <a:p>
            <a:pPr lvl="1" marL="325755" marR="330200" indent="-313690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Produces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spatially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constrained </a:t>
            </a:r>
            <a:r>
              <a:rPr dirty="0" sz="2900">
                <a:latin typeface="Calibri"/>
                <a:cs typeface="Calibri"/>
              </a:rPr>
              <a:t>candidate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regions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1807" y="5670584"/>
            <a:ext cx="9461500" cy="17964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93370">
              <a:lnSpc>
                <a:spcPct val="100000"/>
              </a:lnSpc>
              <a:spcBef>
                <a:spcPts val="105"/>
              </a:spcBef>
              <a:buSzPct val="98275"/>
              <a:buAutoNum type="arabicPeriod" startAt="4"/>
              <a:tabLst>
                <a:tab pos="297180" algn="l"/>
              </a:tabLst>
            </a:pPr>
            <a:r>
              <a:rPr dirty="0" u="heavy" sz="2900" spc="-5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STRATEGIC</a:t>
            </a:r>
            <a:r>
              <a:rPr dirty="0" u="heavy" sz="2900" spc="-5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9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</a:t>
            </a:r>
            <a:endParaRPr sz="2900">
              <a:latin typeface="Calibri"/>
              <a:cs typeface="Calibri"/>
            </a:endParaRPr>
          </a:p>
          <a:p>
            <a:pPr lvl="1" marL="325755" indent="-31305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Supports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Indian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deep-</a:t>
            </a:r>
            <a:r>
              <a:rPr dirty="0" sz="2900">
                <a:latin typeface="Calibri"/>
                <a:cs typeface="Calibri"/>
              </a:rPr>
              <a:t>ocean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resource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exploration</a:t>
            </a:r>
            <a:endParaRPr sz="2900">
              <a:latin typeface="Calibri"/>
              <a:cs typeface="Calibri"/>
            </a:endParaRPr>
          </a:p>
          <a:p>
            <a:pPr lvl="1" marL="325755" indent="-31305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Provides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an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indigenous,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modular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sensing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approach</a:t>
            </a:r>
            <a:endParaRPr sz="2900">
              <a:latin typeface="Calibri"/>
              <a:cs typeface="Calibri"/>
            </a:endParaRPr>
          </a:p>
          <a:p>
            <a:pPr lvl="1" marL="325755" indent="-31305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25755" algn="l"/>
              </a:tabLst>
            </a:pPr>
            <a:r>
              <a:rPr dirty="0" sz="2900">
                <a:latin typeface="Calibri"/>
                <a:cs typeface="Calibri"/>
              </a:rPr>
              <a:t>Can</a:t>
            </a:r>
            <a:r>
              <a:rPr dirty="0" sz="2900" spc="-9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complement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existing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MoES/NCPOR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survey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infrastructure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4276" y="8547734"/>
            <a:ext cx="1676400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900" spc="-10" b="1">
                <a:uFill>
                  <a:solidFill>
                    <a:srgbClr val="000000"/>
                  </a:solidFill>
                </a:uFill>
                <a:latin typeface="Adobe Caslon Pro Bold"/>
                <a:cs typeface="Adobe Caslon Pro Bold"/>
              </a:rPr>
              <a:t>DETECT</a:t>
            </a:r>
            <a:endParaRPr sz="2900">
              <a:latin typeface="Adobe Caslon Pro Bold"/>
              <a:cs typeface="Adobe Caslon Pro 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5829" y="8547734"/>
            <a:ext cx="2375535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900" spc="-10" b="1">
                <a:uFill>
                  <a:solidFill>
                    <a:srgbClr val="000000"/>
                  </a:solidFill>
                </a:uFill>
                <a:latin typeface="Adobe Caslon Pro Bold"/>
                <a:cs typeface="Adobe Caslon Pro Bold"/>
              </a:rPr>
              <a:t>PRIORITIZE</a:t>
            </a:r>
            <a:endParaRPr sz="2900">
              <a:latin typeface="Adobe Caslon Pro Bold"/>
              <a:cs typeface="Adobe Caslon Pro 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74582" y="8547734"/>
            <a:ext cx="2705100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900" spc="-10" b="1">
                <a:uFill>
                  <a:solidFill>
                    <a:srgbClr val="000000"/>
                  </a:solidFill>
                </a:uFill>
                <a:latin typeface="Adobe Caslon Pro Bold"/>
                <a:cs typeface="Adobe Caslon Pro Bold"/>
              </a:rPr>
              <a:t>INVESTIGATE</a:t>
            </a:r>
            <a:endParaRPr sz="2900">
              <a:latin typeface="Adobe Caslon Pro Bold"/>
              <a:cs typeface="Adobe Caslon Pro Bol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0680" y="8443113"/>
            <a:ext cx="4318635" cy="1008380"/>
          </a:xfrm>
          <a:custGeom>
            <a:avLst/>
            <a:gdLst/>
            <a:ahLst/>
            <a:cxnLst/>
            <a:rect l="l" t="t" r="r" b="b"/>
            <a:pathLst>
              <a:path w="4318635" h="1008379">
                <a:moveTo>
                  <a:pt x="3744271" y="0"/>
                </a:moveTo>
                <a:lnTo>
                  <a:pt x="574097" y="0"/>
                </a:lnTo>
                <a:lnTo>
                  <a:pt x="563722" y="2095"/>
                </a:lnTo>
                <a:lnTo>
                  <a:pt x="555248" y="7808"/>
                </a:lnTo>
                <a:lnTo>
                  <a:pt x="549535" y="16282"/>
                </a:lnTo>
                <a:lnTo>
                  <a:pt x="547439" y="26657"/>
                </a:lnTo>
                <a:lnTo>
                  <a:pt x="547439" y="216738"/>
                </a:lnTo>
                <a:lnTo>
                  <a:pt x="22193" y="306298"/>
                </a:lnTo>
                <a:lnTo>
                  <a:pt x="147" y="335332"/>
                </a:lnTo>
                <a:lnTo>
                  <a:pt x="1640" y="341784"/>
                </a:lnTo>
                <a:lnTo>
                  <a:pt x="4730" y="347751"/>
                </a:lnTo>
                <a:lnTo>
                  <a:pt x="210559" y="645655"/>
                </a:lnTo>
                <a:lnTo>
                  <a:pt x="4248" y="966711"/>
                </a:lnTo>
                <a:lnTo>
                  <a:pt x="1062" y="973702"/>
                </a:lnTo>
                <a:lnTo>
                  <a:pt x="0" y="981151"/>
                </a:lnTo>
                <a:lnTo>
                  <a:pt x="1062" y="988599"/>
                </a:lnTo>
                <a:lnTo>
                  <a:pt x="26663" y="1007808"/>
                </a:lnTo>
                <a:lnTo>
                  <a:pt x="28826" y="1007808"/>
                </a:lnTo>
                <a:lnTo>
                  <a:pt x="30486" y="1007529"/>
                </a:lnTo>
                <a:lnTo>
                  <a:pt x="453384" y="946365"/>
                </a:lnTo>
                <a:lnTo>
                  <a:pt x="80676" y="946365"/>
                </a:lnTo>
                <a:lnTo>
                  <a:pt x="265017" y="659536"/>
                </a:lnTo>
                <a:lnTo>
                  <a:pt x="268258" y="652320"/>
                </a:lnTo>
                <a:lnTo>
                  <a:pt x="269246" y="644648"/>
                </a:lnTo>
                <a:lnTo>
                  <a:pt x="267996" y="637030"/>
                </a:lnTo>
                <a:lnTo>
                  <a:pt x="264521" y="629970"/>
                </a:lnTo>
                <a:lnTo>
                  <a:pt x="72383" y="351853"/>
                </a:lnTo>
                <a:lnTo>
                  <a:pt x="547439" y="270814"/>
                </a:lnTo>
                <a:lnTo>
                  <a:pt x="600754" y="270814"/>
                </a:lnTo>
                <a:lnTo>
                  <a:pt x="600754" y="53314"/>
                </a:lnTo>
                <a:lnTo>
                  <a:pt x="3770928" y="53314"/>
                </a:lnTo>
                <a:lnTo>
                  <a:pt x="3770928" y="26657"/>
                </a:lnTo>
                <a:lnTo>
                  <a:pt x="3768833" y="16282"/>
                </a:lnTo>
                <a:lnTo>
                  <a:pt x="3763119" y="7808"/>
                </a:lnTo>
                <a:lnTo>
                  <a:pt x="3754646" y="2095"/>
                </a:lnTo>
                <a:lnTo>
                  <a:pt x="3744271" y="0"/>
                </a:lnTo>
                <a:close/>
              </a:path>
              <a:path w="4318635" h="1008379">
                <a:moveTo>
                  <a:pt x="3454444" y="689660"/>
                </a:moveTo>
                <a:lnTo>
                  <a:pt x="3401142" y="689660"/>
                </a:lnTo>
                <a:lnTo>
                  <a:pt x="3401193" y="835355"/>
                </a:lnTo>
                <a:lnTo>
                  <a:pt x="3401314" y="853938"/>
                </a:lnTo>
                <a:lnTo>
                  <a:pt x="3401548" y="857300"/>
                </a:lnTo>
                <a:lnTo>
                  <a:pt x="3403453" y="863473"/>
                </a:lnTo>
                <a:lnTo>
                  <a:pt x="3403834" y="869111"/>
                </a:lnTo>
                <a:lnTo>
                  <a:pt x="3412724" y="877633"/>
                </a:lnTo>
                <a:lnTo>
                  <a:pt x="3418400" y="881786"/>
                </a:lnTo>
                <a:lnTo>
                  <a:pt x="4287881" y="1007529"/>
                </a:lnTo>
                <a:lnTo>
                  <a:pt x="4289541" y="1007808"/>
                </a:lnTo>
                <a:lnTo>
                  <a:pt x="4291704" y="1007808"/>
                </a:lnTo>
                <a:lnTo>
                  <a:pt x="4298303" y="1006983"/>
                </a:lnTo>
                <a:lnTo>
                  <a:pt x="4318368" y="981151"/>
                </a:lnTo>
                <a:lnTo>
                  <a:pt x="4317306" y="973702"/>
                </a:lnTo>
                <a:lnTo>
                  <a:pt x="4314120" y="966711"/>
                </a:lnTo>
                <a:lnTo>
                  <a:pt x="4301046" y="946365"/>
                </a:lnTo>
                <a:lnTo>
                  <a:pt x="4237691" y="946365"/>
                </a:lnTo>
                <a:lnTo>
                  <a:pt x="3504799" y="840422"/>
                </a:lnTo>
                <a:lnTo>
                  <a:pt x="3556780" y="808685"/>
                </a:lnTo>
                <a:lnTo>
                  <a:pt x="3454444" y="808685"/>
                </a:lnTo>
                <a:lnTo>
                  <a:pt x="3454444" y="689660"/>
                </a:lnTo>
                <a:close/>
              </a:path>
              <a:path w="4318635" h="1008379">
                <a:moveTo>
                  <a:pt x="600754" y="270814"/>
                </a:moveTo>
                <a:lnTo>
                  <a:pt x="547439" y="270814"/>
                </a:lnTo>
                <a:lnTo>
                  <a:pt x="547439" y="663003"/>
                </a:lnTo>
                <a:lnTo>
                  <a:pt x="813568" y="840422"/>
                </a:lnTo>
                <a:lnTo>
                  <a:pt x="80676" y="946365"/>
                </a:lnTo>
                <a:lnTo>
                  <a:pt x="453384" y="946365"/>
                </a:lnTo>
                <a:lnTo>
                  <a:pt x="899902" y="881786"/>
                </a:lnTo>
                <a:lnTo>
                  <a:pt x="917273" y="851655"/>
                </a:lnTo>
                <a:lnTo>
                  <a:pt x="917260" y="808685"/>
                </a:lnTo>
                <a:lnTo>
                  <a:pt x="863923" y="808685"/>
                </a:lnTo>
                <a:lnTo>
                  <a:pt x="668991" y="689660"/>
                </a:lnTo>
                <a:lnTo>
                  <a:pt x="3751723" y="689660"/>
                </a:lnTo>
                <a:lnTo>
                  <a:pt x="3758088" y="685774"/>
                </a:lnTo>
                <a:lnTo>
                  <a:pt x="3763154" y="681552"/>
                </a:lnTo>
                <a:lnTo>
                  <a:pt x="3767227" y="675951"/>
                </a:lnTo>
                <a:lnTo>
                  <a:pt x="3769942" y="669569"/>
                </a:lnTo>
                <a:lnTo>
                  <a:pt x="3770928" y="663003"/>
                </a:lnTo>
                <a:lnTo>
                  <a:pt x="3770928" y="636358"/>
                </a:lnTo>
                <a:lnTo>
                  <a:pt x="600754" y="636358"/>
                </a:lnTo>
                <a:lnTo>
                  <a:pt x="600754" y="270814"/>
                </a:lnTo>
                <a:close/>
              </a:path>
              <a:path w="4318635" h="1008379">
                <a:moveTo>
                  <a:pt x="4088072" y="270814"/>
                </a:moveTo>
                <a:lnTo>
                  <a:pt x="3770928" y="270814"/>
                </a:lnTo>
                <a:lnTo>
                  <a:pt x="4245984" y="351853"/>
                </a:lnTo>
                <a:lnTo>
                  <a:pt x="4053833" y="629970"/>
                </a:lnTo>
                <a:lnTo>
                  <a:pt x="4050366" y="637030"/>
                </a:lnTo>
                <a:lnTo>
                  <a:pt x="4049120" y="644648"/>
                </a:lnTo>
                <a:lnTo>
                  <a:pt x="4050109" y="652320"/>
                </a:lnTo>
                <a:lnTo>
                  <a:pt x="4053351" y="659536"/>
                </a:lnTo>
                <a:lnTo>
                  <a:pt x="4237691" y="946365"/>
                </a:lnTo>
                <a:lnTo>
                  <a:pt x="4301046" y="946365"/>
                </a:lnTo>
                <a:lnTo>
                  <a:pt x="4107808" y="645655"/>
                </a:lnTo>
                <a:lnTo>
                  <a:pt x="4313637" y="347751"/>
                </a:lnTo>
                <a:lnTo>
                  <a:pt x="4316727" y="341784"/>
                </a:lnTo>
                <a:lnTo>
                  <a:pt x="4318219" y="335332"/>
                </a:lnTo>
                <a:lnTo>
                  <a:pt x="4318077" y="328711"/>
                </a:lnTo>
                <a:lnTo>
                  <a:pt x="4296175" y="306298"/>
                </a:lnTo>
                <a:lnTo>
                  <a:pt x="4088072" y="270814"/>
                </a:lnTo>
                <a:close/>
              </a:path>
              <a:path w="4318635" h="1008379">
                <a:moveTo>
                  <a:pt x="917225" y="689660"/>
                </a:moveTo>
                <a:lnTo>
                  <a:pt x="863923" y="689660"/>
                </a:lnTo>
                <a:lnTo>
                  <a:pt x="863923" y="808685"/>
                </a:lnTo>
                <a:lnTo>
                  <a:pt x="917260" y="808685"/>
                </a:lnTo>
                <a:lnTo>
                  <a:pt x="917225" y="689660"/>
                </a:lnTo>
                <a:close/>
              </a:path>
              <a:path w="4318635" h="1008379">
                <a:moveTo>
                  <a:pt x="3751723" y="689660"/>
                </a:moveTo>
                <a:lnTo>
                  <a:pt x="3649364" y="689660"/>
                </a:lnTo>
                <a:lnTo>
                  <a:pt x="3454444" y="808685"/>
                </a:lnTo>
                <a:lnTo>
                  <a:pt x="3556780" y="808685"/>
                </a:lnTo>
                <a:lnTo>
                  <a:pt x="3751723" y="689660"/>
                </a:lnTo>
                <a:close/>
              </a:path>
              <a:path w="4318635" h="1008379">
                <a:moveTo>
                  <a:pt x="3770928" y="53314"/>
                </a:moveTo>
                <a:lnTo>
                  <a:pt x="3717626" y="53314"/>
                </a:lnTo>
                <a:lnTo>
                  <a:pt x="3717626" y="636358"/>
                </a:lnTo>
                <a:lnTo>
                  <a:pt x="3770928" y="636358"/>
                </a:lnTo>
                <a:lnTo>
                  <a:pt x="3770928" y="270814"/>
                </a:lnTo>
                <a:lnTo>
                  <a:pt x="4088072" y="270814"/>
                </a:lnTo>
                <a:lnTo>
                  <a:pt x="3770928" y="216738"/>
                </a:lnTo>
                <a:lnTo>
                  <a:pt x="3770928" y="53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12095" y="8443117"/>
            <a:ext cx="4162425" cy="971550"/>
          </a:xfrm>
          <a:custGeom>
            <a:avLst/>
            <a:gdLst/>
            <a:ahLst/>
            <a:cxnLst/>
            <a:rect l="l" t="t" r="r" b="b"/>
            <a:pathLst>
              <a:path w="4162425" h="971550">
                <a:moveTo>
                  <a:pt x="3609028" y="0"/>
                </a:moveTo>
                <a:lnTo>
                  <a:pt x="553358" y="0"/>
                </a:lnTo>
                <a:lnTo>
                  <a:pt x="543358" y="2021"/>
                </a:lnTo>
                <a:lnTo>
                  <a:pt x="535192" y="7531"/>
                </a:lnTo>
                <a:lnTo>
                  <a:pt x="529685" y="15698"/>
                </a:lnTo>
                <a:lnTo>
                  <a:pt x="527665" y="25692"/>
                </a:lnTo>
                <a:lnTo>
                  <a:pt x="527665" y="208902"/>
                </a:lnTo>
                <a:lnTo>
                  <a:pt x="12719" y="296722"/>
                </a:lnTo>
                <a:lnTo>
                  <a:pt x="5429" y="302501"/>
                </a:lnTo>
                <a:lnTo>
                  <a:pt x="2012" y="310603"/>
                </a:lnTo>
                <a:lnTo>
                  <a:pt x="268" y="316842"/>
                </a:lnTo>
                <a:lnTo>
                  <a:pt x="134" y="323221"/>
                </a:lnTo>
                <a:lnTo>
                  <a:pt x="1575" y="329438"/>
                </a:lnTo>
                <a:lnTo>
                  <a:pt x="4552" y="335191"/>
                </a:lnTo>
                <a:lnTo>
                  <a:pt x="202952" y="622338"/>
                </a:lnTo>
                <a:lnTo>
                  <a:pt x="4095" y="931798"/>
                </a:lnTo>
                <a:lnTo>
                  <a:pt x="1023" y="938538"/>
                </a:lnTo>
                <a:lnTo>
                  <a:pt x="0" y="945718"/>
                </a:lnTo>
                <a:lnTo>
                  <a:pt x="1023" y="952898"/>
                </a:lnTo>
                <a:lnTo>
                  <a:pt x="4095" y="959637"/>
                </a:lnTo>
                <a:lnTo>
                  <a:pt x="8870" y="967066"/>
                </a:lnTo>
                <a:lnTo>
                  <a:pt x="17037" y="971410"/>
                </a:lnTo>
                <a:lnTo>
                  <a:pt x="27764" y="971410"/>
                </a:lnTo>
                <a:lnTo>
                  <a:pt x="29381" y="971143"/>
                </a:lnTo>
                <a:lnTo>
                  <a:pt x="436977" y="912190"/>
                </a:lnTo>
                <a:lnTo>
                  <a:pt x="77755" y="912190"/>
                </a:lnTo>
                <a:lnTo>
                  <a:pt x="255441" y="635723"/>
                </a:lnTo>
                <a:lnTo>
                  <a:pt x="258564" y="628766"/>
                </a:lnTo>
                <a:lnTo>
                  <a:pt x="259395" y="622338"/>
                </a:lnTo>
                <a:lnTo>
                  <a:pt x="259521" y="621368"/>
                </a:lnTo>
                <a:lnTo>
                  <a:pt x="258320" y="614019"/>
                </a:lnTo>
                <a:lnTo>
                  <a:pt x="254971" y="607212"/>
                </a:lnTo>
                <a:lnTo>
                  <a:pt x="69767" y="339140"/>
                </a:lnTo>
                <a:lnTo>
                  <a:pt x="527665" y="261035"/>
                </a:lnTo>
                <a:lnTo>
                  <a:pt x="579050" y="261035"/>
                </a:lnTo>
                <a:lnTo>
                  <a:pt x="579050" y="51384"/>
                </a:lnTo>
                <a:lnTo>
                  <a:pt x="3634733" y="51384"/>
                </a:lnTo>
                <a:lnTo>
                  <a:pt x="3634733" y="25692"/>
                </a:lnTo>
                <a:lnTo>
                  <a:pt x="3632712" y="15698"/>
                </a:lnTo>
                <a:lnTo>
                  <a:pt x="3627200" y="7531"/>
                </a:lnTo>
                <a:lnTo>
                  <a:pt x="3619029" y="2021"/>
                </a:lnTo>
                <a:lnTo>
                  <a:pt x="3609028" y="0"/>
                </a:lnTo>
                <a:close/>
              </a:path>
              <a:path w="4162425" h="971550">
                <a:moveTo>
                  <a:pt x="3329679" y="664756"/>
                </a:moveTo>
                <a:lnTo>
                  <a:pt x="3278295" y="664756"/>
                </a:lnTo>
                <a:lnTo>
                  <a:pt x="3278335" y="779475"/>
                </a:lnTo>
                <a:lnTo>
                  <a:pt x="3278461" y="823099"/>
                </a:lnTo>
                <a:lnTo>
                  <a:pt x="3278689" y="826338"/>
                </a:lnTo>
                <a:lnTo>
                  <a:pt x="3280530" y="832294"/>
                </a:lnTo>
                <a:lnTo>
                  <a:pt x="3280898" y="837717"/>
                </a:lnTo>
                <a:lnTo>
                  <a:pt x="3289458" y="845934"/>
                </a:lnTo>
                <a:lnTo>
                  <a:pt x="3294843" y="849934"/>
                </a:lnTo>
                <a:lnTo>
                  <a:pt x="4133018" y="971143"/>
                </a:lnTo>
                <a:lnTo>
                  <a:pt x="4134635" y="971410"/>
                </a:lnTo>
                <a:lnTo>
                  <a:pt x="4145362" y="971410"/>
                </a:lnTo>
                <a:lnTo>
                  <a:pt x="4153528" y="967066"/>
                </a:lnTo>
                <a:lnTo>
                  <a:pt x="4158303" y="959637"/>
                </a:lnTo>
                <a:lnTo>
                  <a:pt x="4161375" y="952898"/>
                </a:lnTo>
                <a:lnTo>
                  <a:pt x="4162399" y="945718"/>
                </a:lnTo>
                <a:lnTo>
                  <a:pt x="4161375" y="938538"/>
                </a:lnTo>
                <a:lnTo>
                  <a:pt x="4158303" y="931798"/>
                </a:lnTo>
                <a:lnTo>
                  <a:pt x="4145703" y="912190"/>
                </a:lnTo>
                <a:lnTo>
                  <a:pt x="4084631" y="912190"/>
                </a:lnTo>
                <a:lnTo>
                  <a:pt x="3378219" y="810082"/>
                </a:lnTo>
                <a:lnTo>
                  <a:pt x="3428343" y="779475"/>
                </a:lnTo>
                <a:lnTo>
                  <a:pt x="3329679" y="779475"/>
                </a:lnTo>
                <a:lnTo>
                  <a:pt x="3329679" y="664756"/>
                </a:lnTo>
                <a:close/>
              </a:path>
              <a:path w="4162425" h="971550">
                <a:moveTo>
                  <a:pt x="579050" y="261035"/>
                </a:moveTo>
                <a:lnTo>
                  <a:pt x="527665" y="261035"/>
                </a:lnTo>
                <a:lnTo>
                  <a:pt x="527680" y="647357"/>
                </a:lnTo>
                <a:lnTo>
                  <a:pt x="533112" y="656716"/>
                </a:lnTo>
                <a:lnTo>
                  <a:pt x="784180" y="810082"/>
                </a:lnTo>
                <a:lnTo>
                  <a:pt x="77755" y="912190"/>
                </a:lnTo>
                <a:lnTo>
                  <a:pt x="436977" y="912190"/>
                </a:lnTo>
                <a:lnTo>
                  <a:pt x="867403" y="849934"/>
                </a:lnTo>
                <a:lnTo>
                  <a:pt x="884148" y="820898"/>
                </a:lnTo>
                <a:lnTo>
                  <a:pt x="884136" y="779475"/>
                </a:lnTo>
                <a:lnTo>
                  <a:pt x="832719" y="779475"/>
                </a:lnTo>
                <a:lnTo>
                  <a:pt x="644836" y="664756"/>
                </a:lnTo>
                <a:lnTo>
                  <a:pt x="3616215" y="664756"/>
                </a:lnTo>
                <a:lnTo>
                  <a:pt x="3629348" y="656716"/>
                </a:lnTo>
                <a:lnTo>
                  <a:pt x="3634733" y="647357"/>
                </a:lnTo>
                <a:lnTo>
                  <a:pt x="3634733" y="613371"/>
                </a:lnTo>
                <a:lnTo>
                  <a:pt x="579050" y="613371"/>
                </a:lnTo>
                <a:lnTo>
                  <a:pt x="579050" y="261035"/>
                </a:lnTo>
                <a:close/>
              </a:path>
              <a:path w="4162425" h="971550">
                <a:moveTo>
                  <a:pt x="3940417" y="261035"/>
                </a:moveTo>
                <a:lnTo>
                  <a:pt x="3634733" y="261035"/>
                </a:lnTo>
                <a:lnTo>
                  <a:pt x="4092632" y="339140"/>
                </a:lnTo>
                <a:lnTo>
                  <a:pt x="3907415" y="607212"/>
                </a:lnTo>
                <a:lnTo>
                  <a:pt x="3904072" y="614019"/>
                </a:lnTo>
                <a:lnTo>
                  <a:pt x="3902871" y="621368"/>
                </a:lnTo>
                <a:lnTo>
                  <a:pt x="3903829" y="628766"/>
                </a:lnTo>
                <a:lnTo>
                  <a:pt x="3906958" y="635723"/>
                </a:lnTo>
                <a:lnTo>
                  <a:pt x="4084631" y="912190"/>
                </a:lnTo>
                <a:lnTo>
                  <a:pt x="4145703" y="912190"/>
                </a:lnTo>
                <a:lnTo>
                  <a:pt x="3959447" y="622338"/>
                </a:lnTo>
                <a:lnTo>
                  <a:pt x="4157833" y="335191"/>
                </a:lnTo>
                <a:lnTo>
                  <a:pt x="4160816" y="329438"/>
                </a:lnTo>
                <a:lnTo>
                  <a:pt x="4162256" y="323221"/>
                </a:lnTo>
                <a:lnTo>
                  <a:pt x="4162120" y="316842"/>
                </a:lnTo>
                <a:lnTo>
                  <a:pt x="4160373" y="310603"/>
                </a:lnTo>
                <a:lnTo>
                  <a:pt x="4156970" y="302501"/>
                </a:lnTo>
                <a:lnTo>
                  <a:pt x="4149667" y="296722"/>
                </a:lnTo>
                <a:lnTo>
                  <a:pt x="3940417" y="261035"/>
                </a:lnTo>
                <a:close/>
              </a:path>
              <a:path w="4162425" h="971550">
                <a:moveTo>
                  <a:pt x="884104" y="664756"/>
                </a:moveTo>
                <a:lnTo>
                  <a:pt x="832719" y="664756"/>
                </a:lnTo>
                <a:lnTo>
                  <a:pt x="832719" y="779475"/>
                </a:lnTo>
                <a:lnTo>
                  <a:pt x="884136" y="779475"/>
                </a:lnTo>
                <a:lnTo>
                  <a:pt x="884104" y="664756"/>
                </a:lnTo>
                <a:close/>
              </a:path>
              <a:path w="4162425" h="971550">
                <a:moveTo>
                  <a:pt x="3616215" y="664756"/>
                </a:moveTo>
                <a:lnTo>
                  <a:pt x="3517563" y="664756"/>
                </a:lnTo>
                <a:lnTo>
                  <a:pt x="3329679" y="779475"/>
                </a:lnTo>
                <a:lnTo>
                  <a:pt x="3428343" y="779475"/>
                </a:lnTo>
                <a:lnTo>
                  <a:pt x="3616215" y="664756"/>
                </a:lnTo>
                <a:close/>
              </a:path>
              <a:path w="4162425" h="971550">
                <a:moveTo>
                  <a:pt x="3634733" y="51384"/>
                </a:moveTo>
                <a:lnTo>
                  <a:pt x="3583349" y="51384"/>
                </a:lnTo>
                <a:lnTo>
                  <a:pt x="3583349" y="613371"/>
                </a:lnTo>
                <a:lnTo>
                  <a:pt x="3634733" y="613371"/>
                </a:lnTo>
                <a:lnTo>
                  <a:pt x="3634733" y="261035"/>
                </a:lnTo>
                <a:lnTo>
                  <a:pt x="3940417" y="261035"/>
                </a:lnTo>
                <a:lnTo>
                  <a:pt x="3634733" y="208902"/>
                </a:lnTo>
                <a:lnTo>
                  <a:pt x="3634733" y="51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768831" y="8443117"/>
            <a:ext cx="4162425" cy="971550"/>
          </a:xfrm>
          <a:custGeom>
            <a:avLst/>
            <a:gdLst/>
            <a:ahLst/>
            <a:cxnLst/>
            <a:rect l="l" t="t" r="r" b="b"/>
            <a:pathLst>
              <a:path w="4162425" h="971550">
                <a:moveTo>
                  <a:pt x="3609028" y="0"/>
                </a:moveTo>
                <a:lnTo>
                  <a:pt x="553358" y="0"/>
                </a:lnTo>
                <a:lnTo>
                  <a:pt x="543358" y="2021"/>
                </a:lnTo>
                <a:lnTo>
                  <a:pt x="535192" y="7531"/>
                </a:lnTo>
                <a:lnTo>
                  <a:pt x="529685" y="15698"/>
                </a:lnTo>
                <a:lnTo>
                  <a:pt x="527665" y="25692"/>
                </a:lnTo>
                <a:lnTo>
                  <a:pt x="527665" y="208902"/>
                </a:lnTo>
                <a:lnTo>
                  <a:pt x="12719" y="296722"/>
                </a:lnTo>
                <a:lnTo>
                  <a:pt x="5429" y="302501"/>
                </a:lnTo>
                <a:lnTo>
                  <a:pt x="2012" y="310603"/>
                </a:lnTo>
                <a:lnTo>
                  <a:pt x="268" y="316842"/>
                </a:lnTo>
                <a:lnTo>
                  <a:pt x="134" y="323221"/>
                </a:lnTo>
                <a:lnTo>
                  <a:pt x="1575" y="329438"/>
                </a:lnTo>
                <a:lnTo>
                  <a:pt x="4552" y="335191"/>
                </a:lnTo>
                <a:lnTo>
                  <a:pt x="202952" y="622338"/>
                </a:lnTo>
                <a:lnTo>
                  <a:pt x="4095" y="931798"/>
                </a:lnTo>
                <a:lnTo>
                  <a:pt x="1023" y="938538"/>
                </a:lnTo>
                <a:lnTo>
                  <a:pt x="0" y="945718"/>
                </a:lnTo>
                <a:lnTo>
                  <a:pt x="1023" y="952898"/>
                </a:lnTo>
                <a:lnTo>
                  <a:pt x="4095" y="959637"/>
                </a:lnTo>
                <a:lnTo>
                  <a:pt x="8870" y="967066"/>
                </a:lnTo>
                <a:lnTo>
                  <a:pt x="17037" y="971410"/>
                </a:lnTo>
                <a:lnTo>
                  <a:pt x="27764" y="971410"/>
                </a:lnTo>
                <a:lnTo>
                  <a:pt x="29381" y="971143"/>
                </a:lnTo>
                <a:lnTo>
                  <a:pt x="436977" y="912190"/>
                </a:lnTo>
                <a:lnTo>
                  <a:pt x="77755" y="912190"/>
                </a:lnTo>
                <a:lnTo>
                  <a:pt x="255441" y="635723"/>
                </a:lnTo>
                <a:lnTo>
                  <a:pt x="258564" y="628766"/>
                </a:lnTo>
                <a:lnTo>
                  <a:pt x="259395" y="622338"/>
                </a:lnTo>
                <a:lnTo>
                  <a:pt x="259521" y="621368"/>
                </a:lnTo>
                <a:lnTo>
                  <a:pt x="258320" y="614019"/>
                </a:lnTo>
                <a:lnTo>
                  <a:pt x="254971" y="607212"/>
                </a:lnTo>
                <a:lnTo>
                  <a:pt x="69767" y="339140"/>
                </a:lnTo>
                <a:lnTo>
                  <a:pt x="527665" y="261035"/>
                </a:lnTo>
                <a:lnTo>
                  <a:pt x="579050" y="261035"/>
                </a:lnTo>
                <a:lnTo>
                  <a:pt x="579050" y="51384"/>
                </a:lnTo>
                <a:lnTo>
                  <a:pt x="3634733" y="51384"/>
                </a:lnTo>
                <a:lnTo>
                  <a:pt x="3634733" y="25692"/>
                </a:lnTo>
                <a:lnTo>
                  <a:pt x="3632712" y="15698"/>
                </a:lnTo>
                <a:lnTo>
                  <a:pt x="3627200" y="7531"/>
                </a:lnTo>
                <a:lnTo>
                  <a:pt x="3619029" y="2021"/>
                </a:lnTo>
                <a:lnTo>
                  <a:pt x="3609028" y="0"/>
                </a:lnTo>
                <a:close/>
              </a:path>
              <a:path w="4162425" h="971550">
                <a:moveTo>
                  <a:pt x="3329679" y="664756"/>
                </a:moveTo>
                <a:lnTo>
                  <a:pt x="3278295" y="664756"/>
                </a:lnTo>
                <a:lnTo>
                  <a:pt x="3278335" y="779475"/>
                </a:lnTo>
                <a:lnTo>
                  <a:pt x="3278461" y="823099"/>
                </a:lnTo>
                <a:lnTo>
                  <a:pt x="3278689" y="826338"/>
                </a:lnTo>
                <a:lnTo>
                  <a:pt x="3280530" y="832294"/>
                </a:lnTo>
                <a:lnTo>
                  <a:pt x="3280898" y="837717"/>
                </a:lnTo>
                <a:lnTo>
                  <a:pt x="3289458" y="845934"/>
                </a:lnTo>
                <a:lnTo>
                  <a:pt x="3294843" y="849934"/>
                </a:lnTo>
                <a:lnTo>
                  <a:pt x="4133018" y="971143"/>
                </a:lnTo>
                <a:lnTo>
                  <a:pt x="4134635" y="971410"/>
                </a:lnTo>
                <a:lnTo>
                  <a:pt x="4145362" y="971410"/>
                </a:lnTo>
                <a:lnTo>
                  <a:pt x="4153528" y="967066"/>
                </a:lnTo>
                <a:lnTo>
                  <a:pt x="4158303" y="959637"/>
                </a:lnTo>
                <a:lnTo>
                  <a:pt x="4161375" y="952898"/>
                </a:lnTo>
                <a:lnTo>
                  <a:pt x="4162399" y="945718"/>
                </a:lnTo>
                <a:lnTo>
                  <a:pt x="4161375" y="938538"/>
                </a:lnTo>
                <a:lnTo>
                  <a:pt x="4158303" y="931798"/>
                </a:lnTo>
                <a:lnTo>
                  <a:pt x="4145703" y="912190"/>
                </a:lnTo>
                <a:lnTo>
                  <a:pt x="4084631" y="912190"/>
                </a:lnTo>
                <a:lnTo>
                  <a:pt x="3378219" y="810082"/>
                </a:lnTo>
                <a:lnTo>
                  <a:pt x="3428343" y="779475"/>
                </a:lnTo>
                <a:lnTo>
                  <a:pt x="3329679" y="779475"/>
                </a:lnTo>
                <a:lnTo>
                  <a:pt x="3329679" y="664756"/>
                </a:lnTo>
                <a:close/>
              </a:path>
              <a:path w="4162425" h="971550">
                <a:moveTo>
                  <a:pt x="579050" y="261035"/>
                </a:moveTo>
                <a:lnTo>
                  <a:pt x="527665" y="261035"/>
                </a:lnTo>
                <a:lnTo>
                  <a:pt x="527680" y="647357"/>
                </a:lnTo>
                <a:lnTo>
                  <a:pt x="533112" y="656716"/>
                </a:lnTo>
                <a:lnTo>
                  <a:pt x="784180" y="810082"/>
                </a:lnTo>
                <a:lnTo>
                  <a:pt x="77755" y="912190"/>
                </a:lnTo>
                <a:lnTo>
                  <a:pt x="436977" y="912190"/>
                </a:lnTo>
                <a:lnTo>
                  <a:pt x="867403" y="849934"/>
                </a:lnTo>
                <a:lnTo>
                  <a:pt x="884148" y="820898"/>
                </a:lnTo>
                <a:lnTo>
                  <a:pt x="884136" y="779475"/>
                </a:lnTo>
                <a:lnTo>
                  <a:pt x="832719" y="779475"/>
                </a:lnTo>
                <a:lnTo>
                  <a:pt x="644836" y="664756"/>
                </a:lnTo>
                <a:lnTo>
                  <a:pt x="3616215" y="664756"/>
                </a:lnTo>
                <a:lnTo>
                  <a:pt x="3629348" y="656716"/>
                </a:lnTo>
                <a:lnTo>
                  <a:pt x="3634733" y="647357"/>
                </a:lnTo>
                <a:lnTo>
                  <a:pt x="3634733" y="613371"/>
                </a:lnTo>
                <a:lnTo>
                  <a:pt x="579050" y="613371"/>
                </a:lnTo>
                <a:lnTo>
                  <a:pt x="579050" y="261035"/>
                </a:lnTo>
                <a:close/>
              </a:path>
              <a:path w="4162425" h="971550">
                <a:moveTo>
                  <a:pt x="3940417" y="261035"/>
                </a:moveTo>
                <a:lnTo>
                  <a:pt x="3634733" y="261035"/>
                </a:lnTo>
                <a:lnTo>
                  <a:pt x="4092632" y="339140"/>
                </a:lnTo>
                <a:lnTo>
                  <a:pt x="3907415" y="607212"/>
                </a:lnTo>
                <a:lnTo>
                  <a:pt x="3904072" y="614019"/>
                </a:lnTo>
                <a:lnTo>
                  <a:pt x="3902871" y="621368"/>
                </a:lnTo>
                <a:lnTo>
                  <a:pt x="3903829" y="628766"/>
                </a:lnTo>
                <a:lnTo>
                  <a:pt x="3906958" y="635723"/>
                </a:lnTo>
                <a:lnTo>
                  <a:pt x="4084631" y="912190"/>
                </a:lnTo>
                <a:lnTo>
                  <a:pt x="4145703" y="912190"/>
                </a:lnTo>
                <a:lnTo>
                  <a:pt x="3959447" y="622338"/>
                </a:lnTo>
                <a:lnTo>
                  <a:pt x="4157833" y="335191"/>
                </a:lnTo>
                <a:lnTo>
                  <a:pt x="4160816" y="329438"/>
                </a:lnTo>
                <a:lnTo>
                  <a:pt x="4162256" y="323221"/>
                </a:lnTo>
                <a:lnTo>
                  <a:pt x="4162120" y="316842"/>
                </a:lnTo>
                <a:lnTo>
                  <a:pt x="4160373" y="310603"/>
                </a:lnTo>
                <a:lnTo>
                  <a:pt x="4156970" y="302501"/>
                </a:lnTo>
                <a:lnTo>
                  <a:pt x="4149667" y="296722"/>
                </a:lnTo>
                <a:lnTo>
                  <a:pt x="3940417" y="261035"/>
                </a:lnTo>
                <a:close/>
              </a:path>
              <a:path w="4162425" h="971550">
                <a:moveTo>
                  <a:pt x="884104" y="664756"/>
                </a:moveTo>
                <a:lnTo>
                  <a:pt x="832719" y="664756"/>
                </a:lnTo>
                <a:lnTo>
                  <a:pt x="832719" y="779475"/>
                </a:lnTo>
                <a:lnTo>
                  <a:pt x="884136" y="779475"/>
                </a:lnTo>
                <a:lnTo>
                  <a:pt x="884104" y="664756"/>
                </a:lnTo>
                <a:close/>
              </a:path>
              <a:path w="4162425" h="971550">
                <a:moveTo>
                  <a:pt x="3616215" y="664756"/>
                </a:moveTo>
                <a:lnTo>
                  <a:pt x="3517563" y="664756"/>
                </a:lnTo>
                <a:lnTo>
                  <a:pt x="3329679" y="779475"/>
                </a:lnTo>
                <a:lnTo>
                  <a:pt x="3428343" y="779475"/>
                </a:lnTo>
                <a:lnTo>
                  <a:pt x="3616215" y="664756"/>
                </a:lnTo>
                <a:close/>
              </a:path>
              <a:path w="4162425" h="971550">
                <a:moveTo>
                  <a:pt x="3634733" y="51384"/>
                </a:moveTo>
                <a:lnTo>
                  <a:pt x="3583349" y="51384"/>
                </a:lnTo>
                <a:lnTo>
                  <a:pt x="3583349" y="613371"/>
                </a:lnTo>
                <a:lnTo>
                  <a:pt x="3634733" y="613371"/>
                </a:lnTo>
                <a:lnTo>
                  <a:pt x="3634733" y="261035"/>
                </a:lnTo>
                <a:lnTo>
                  <a:pt x="3940417" y="261035"/>
                </a:lnTo>
                <a:lnTo>
                  <a:pt x="3634733" y="208902"/>
                </a:lnTo>
                <a:lnTo>
                  <a:pt x="3634733" y="51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441382" y="4901920"/>
            <a:ext cx="1553845" cy="1698625"/>
          </a:xfrm>
          <a:custGeom>
            <a:avLst/>
            <a:gdLst/>
            <a:ahLst/>
            <a:cxnLst/>
            <a:rect l="l" t="t" r="r" b="b"/>
            <a:pathLst>
              <a:path w="1553844" h="1698625">
                <a:moveTo>
                  <a:pt x="983754" y="1149604"/>
                </a:moveTo>
                <a:lnTo>
                  <a:pt x="982599" y="1137881"/>
                </a:lnTo>
                <a:lnTo>
                  <a:pt x="977138" y="1127442"/>
                </a:lnTo>
                <a:lnTo>
                  <a:pt x="967765" y="1119632"/>
                </a:lnTo>
                <a:lnTo>
                  <a:pt x="659790" y="953249"/>
                </a:lnTo>
                <a:lnTo>
                  <a:pt x="705192" y="941095"/>
                </a:lnTo>
                <a:lnTo>
                  <a:pt x="747903" y="924674"/>
                </a:lnTo>
                <a:lnTo>
                  <a:pt x="785139" y="900468"/>
                </a:lnTo>
                <a:lnTo>
                  <a:pt x="816190" y="869708"/>
                </a:lnTo>
                <a:lnTo>
                  <a:pt x="840359" y="833615"/>
                </a:lnTo>
                <a:lnTo>
                  <a:pt x="856932" y="793394"/>
                </a:lnTo>
                <a:lnTo>
                  <a:pt x="865200" y="750290"/>
                </a:lnTo>
                <a:lnTo>
                  <a:pt x="864476" y="705523"/>
                </a:lnTo>
                <a:lnTo>
                  <a:pt x="956398" y="680897"/>
                </a:lnTo>
                <a:lnTo>
                  <a:pt x="967320" y="675462"/>
                </a:lnTo>
                <a:lnTo>
                  <a:pt x="975055" y="666572"/>
                </a:lnTo>
                <a:lnTo>
                  <a:pt x="978890" y="655434"/>
                </a:lnTo>
                <a:lnTo>
                  <a:pt x="978128" y="643255"/>
                </a:lnTo>
                <a:lnTo>
                  <a:pt x="972693" y="632320"/>
                </a:lnTo>
                <a:lnTo>
                  <a:pt x="963803" y="624598"/>
                </a:lnTo>
                <a:lnTo>
                  <a:pt x="952665" y="620763"/>
                </a:lnTo>
                <a:lnTo>
                  <a:pt x="940498" y="621525"/>
                </a:lnTo>
                <a:lnTo>
                  <a:pt x="848575" y="646163"/>
                </a:lnTo>
                <a:lnTo>
                  <a:pt x="831532" y="614045"/>
                </a:lnTo>
                <a:lnTo>
                  <a:pt x="809777" y="585736"/>
                </a:lnTo>
                <a:lnTo>
                  <a:pt x="783958" y="561619"/>
                </a:lnTo>
                <a:lnTo>
                  <a:pt x="754710" y="542048"/>
                </a:lnTo>
                <a:lnTo>
                  <a:pt x="908177" y="500926"/>
                </a:lnTo>
                <a:lnTo>
                  <a:pt x="919099" y="495490"/>
                </a:lnTo>
                <a:lnTo>
                  <a:pt x="926833" y="486600"/>
                </a:lnTo>
                <a:lnTo>
                  <a:pt x="930668" y="475462"/>
                </a:lnTo>
                <a:lnTo>
                  <a:pt x="929906" y="463283"/>
                </a:lnTo>
                <a:lnTo>
                  <a:pt x="924471" y="452361"/>
                </a:lnTo>
                <a:lnTo>
                  <a:pt x="915581" y="444627"/>
                </a:lnTo>
                <a:lnTo>
                  <a:pt x="904443" y="440791"/>
                </a:lnTo>
                <a:lnTo>
                  <a:pt x="892276" y="441553"/>
                </a:lnTo>
                <a:lnTo>
                  <a:pt x="472808" y="553948"/>
                </a:lnTo>
                <a:lnTo>
                  <a:pt x="461873" y="559384"/>
                </a:lnTo>
                <a:lnTo>
                  <a:pt x="454139" y="568274"/>
                </a:lnTo>
                <a:lnTo>
                  <a:pt x="450303" y="579412"/>
                </a:lnTo>
                <a:lnTo>
                  <a:pt x="451078" y="591591"/>
                </a:lnTo>
                <a:lnTo>
                  <a:pt x="456501" y="602526"/>
                </a:lnTo>
                <a:lnTo>
                  <a:pt x="465391" y="610247"/>
                </a:lnTo>
                <a:lnTo>
                  <a:pt x="476529" y="614083"/>
                </a:lnTo>
                <a:lnTo>
                  <a:pt x="488721" y="613321"/>
                </a:lnTo>
                <a:lnTo>
                  <a:pt x="608749" y="581152"/>
                </a:lnTo>
                <a:lnTo>
                  <a:pt x="652246" y="575868"/>
                </a:lnTo>
                <a:lnTo>
                  <a:pt x="694105" y="582574"/>
                </a:lnTo>
                <a:lnTo>
                  <a:pt x="732167" y="600036"/>
                </a:lnTo>
                <a:lnTo>
                  <a:pt x="764311" y="627011"/>
                </a:lnTo>
                <a:lnTo>
                  <a:pt x="788390" y="662279"/>
                </a:lnTo>
                <a:lnTo>
                  <a:pt x="521030" y="733920"/>
                </a:lnTo>
                <a:lnTo>
                  <a:pt x="510095" y="739355"/>
                </a:lnTo>
                <a:lnTo>
                  <a:pt x="502361" y="748245"/>
                </a:lnTo>
                <a:lnTo>
                  <a:pt x="498525" y="759383"/>
                </a:lnTo>
                <a:lnTo>
                  <a:pt x="499300" y="771563"/>
                </a:lnTo>
                <a:lnTo>
                  <a:pt x="504723" y="782497"/>
                </a:lnTo>
                <a:lnTo>
                  <a:pt x="513613" y="790219"/>
                </a:lnTo>
                <a:lnTo>
                  <a:pt x="524751" y="794054"/>
                </a:lnTo>
                <a:lnTo>
                  <a:pt x="536930" y="793292"/>
                </a:lnTo>
                <a:lnTo>
                  <a:pt x="804291" y="721652"/>
                </a:lnTo>
                <a:lnTo>
                  <a:pt x="801065" y="764235"/>
                </a:lnTo>
                <a:lnTo>
                  <a:pt x="786726" y="803668"/>
                </a:lnTo>
                <a:lnTo>
                  <a:pt x="762495" y="837819"/>
                </a:lnTo>
                <a:lnTo>
                  <a:pt x="729589" y="864552"/>
                </a:lnTo>
                <a:lnTo>
                  <a:pt x="689279" y="881735"/>
                </a:lnTo>
                <a:lnTo>
                  <a:pt x="569252" y="913892"/>
                </a:lnTo>
                <a:lnTo>
                  <a:pt x="560793" y="917587"/>
                </a:lnTo>
                <a:lnTo>
                  <a:pt x="553948" y="923480"/>
                </a:lnTo>
                <a:lnTo>
                  <a:pt x="549109" y="931100"/>
                </a:lnTo>
                <a:lnTo>
                  <a:pt x="546684" y="939990"/>
                </a:lnTo>
                <a:lnTo>
                  <a:pt x="546989" y="949210"/>
                </a:lnTo>
                <a:lnTo>
                  <a:pt x="945743" y="1177594"/>
                </a:lnTo>
                <a:lnTo>
                  <a:pt x="953795" y="1178318"/>
                </a:lnTo>
                <a:lnTo>
                  <a:pt x="968997" y="1174242"/>
                </a:lnTo>
                <a:lnTo>
                  <a:pt x="976020" y="1169022"/>
                </a:lnTo>
                <a:lnTo>
                  <a:pt x="980198" y="1161275"/>
                </a:lnTo>
                <a:lnTo>
                  <a:pt x="983754" y="1149604"/>
                </a:lnTo>
                <a:close/>
              </a:path>
              <a:path w="1553844" h="1698625">
                <a:moveTo>
                  <a:pt x="1242479" y="254838"/>
                </a:moveTo>
                <a:lnTo>
                  <a:pt x="1136535" y="17805"/>
                </a:lnTo>
                <a:lnTo>
                  <a:pt x="1107732" y="0"/>
                </a:lnTo>
                <a:lnTo>
                  <a:pt x="1098842" y="1587"/>
                </a:lnTo>
                <a:lnTo>
                  <a:pt x="1090955" y="5600"/>
                </a:lnTo>
                <a:lnTo>
                  <a:pt x="1084529" y="11671"/>
                </a:lnTo>
                <a:lnTo>
                  <a:pt x="1080046" y="19507"/>
                </a:lnTo>
                <a:lnTo>
                  <a:pt x="1039558" y="122885"/>
                </a:lnTo>
                <a:lnTo>
                  <a:pt x="989393" y="106654"/>
                </a:lnTo>
                <a:lnTo>
                  <a:pt x="938606" y="93941"/>
                </a:lnTo>
                <a:lnTo>
                  <a:pt x="887298" y="84734"/>
                </a:lnTo>
                <a:lnTo>
                  <a:pt x="835609" y="79044"/>
                </a:lnTo>
                <a:lnTo>
                  <a:pt x="783666" y="76885"/>
                </a:lnTo>
                <a:lnTo>
                  <a:pt x="731583" y="78257"/>
                </a:lnTo>
                <a:lnTo>
                  <a:pt x="679488" y="83185"/>
                </a:lnTo>
                <a:lnTo>
                  <a:pt x="627519" y="91655"/>
                </a:lnTo>
                <a:lnTo>
                  <a:pt x="575792" y="103695"/>
                </a:lnTo>
                <a:lnTo>
                  <a:pt x="530504" y="117297"/>
                </a:lnTo>
                <a:lnTo>
                  <a:pt x="486651" y="133400"/>
                </a:lnTo>
                <a:lnTo>
                  <a:pt x="444296" y="151917"/>
                </a:lnTo>
                <a:lnTo>
                  <a:pt x="403491" y="172720"/>
                </a:lnTo>
                <a:lnTo>
                  <a:pt x="364299" y="195719"/>
                </a:lnTo>
                <a:lnTo>
                  <a:pt x="326771" y="220827"/>
                </a:lnTo>
                <a:lnTo>
                  <a:pt x="290969" y="247929"/>
                </a:lnTo>
                <a:lnTo>
                  <a:pt x="256946" y="276936"/>
                </a:lnTo>
                <a:lnTo>
                  <a:pt x="224777" y="307733"/>
                </a:lnTo>
                <a:lnTo>
                  <a:pt x="194487" y="340233"/>
                </a:lnTo>
                <a:lnTo>
                  <a:pt x="166166" y="374332"/>
                </a:lnTo>
                <a:lnTo>
                  <a:pt x="139865" y="409930"/>
                </a:lnTo>
                <a:lnTo>
                  <a:pt x="115620" y="446913"/>
                </a:lnTo>
                <a:lnTo>
                  <a:pt x="93522" y="485203"/>
                </a:lnTo>
                <a:lnTo>
                  <a:pt x="73609" y="524687"/>
                </a:lnTo>
                <a:lnTo>
                  <a:pt x="55930" y="565277"/>
                </a:lnTo>
                <a:lnTo>
                  <a:pt x="40563" y="606844"/>
                </a:lnTo>
                <a:lnTo>
                  <a:pt x="27559" y="649325"/>
                </a:lnTo>
                <a:lnTo>
                  <a:pt x="16979" y="692581"/>
                </a:lnTo>
                <a:lnTo>
                  <a:pt x="8864" y="736549"/>
                </a:lnTo>
                <a:lnTo>
                  <a:pt x="3302" y="781100"/>
                </a:lnTo>
                <a:lnTo>
                  <a:pt x="317" y="826160"/>
                </a:lnTo>
                <a:lnTo>
                  <a:pt x="0" y="871601"/>
                </a:lnTo>
                <a:lnTo>
                  <a:pt x="2387" y="917346"/>
                </a:lnTo>
                <a:lnTo>
                  <a:pt x="7531" y="963269"/>
                </a:lnTo>
                <a:lnTo>
                  <a:pt x="15506" y="1009294"/>
                </a:lnTo>
                <a:lnTo>
                  <a:pt x="26377" y="1055319"/>
                </a:lnTo>
                <a:lnTo>
                  <a:pt x="41351" y="1104734"/>
                </a:lnTo>
                <a:lnTo>
                  <a:pt x="59397" y="1152728"/>
                </a:lnTo>
                <a:lnTo>
                  <a:pt x="80479" y="1199210"/>
                </a:lnTo>
                <a:lnTo>
                  <a:pt x="104559" y="1244130"/>
                </a:lnTo>
                <a:lnTo>
                  <a:pt x="131622" y="1287411"/>
                </a:lnTo>
                <a:lnTo>
                  <a:pt x="161607" y="1328991"/>
                </a:lnTo>
                <a:lnTo>
                  <a:pt x="185039" y="1340916"/>
                </a:lnTo>
                <a:lnTo>
                  <a:pt x="193890" y="1339888"/>
                </a:lnTo>
                <a:lnTo>
                  <a:pt x="215646" y="1302359"/>
                </a:lnTo>
                <a:lnTo>
                  <a:pt x="182638" y="1253147"/>
                </a:lnTo>
                <a:lnTo>
                  <a:pt x="157734" y="1213294"/>
                </a:lnTo>
                <a:lnTo>
                  <a:pt x="135559" y="1171943"/>
                </a:lnTo>
                <a:lnTo>
                  <a:pt x="116141" y="1129131"/>
                </a:lnTo>
                <a:lnTo>
                  <a:pt x="99529" y="1084935"/>
                </a:lnTo>
                <a:lnTo>
                  <a:pt x="85737" y="1039418"/>
                </a:lnTo>
                <a:lnTo>
                  <a:pt x="74663" y="991743"/>
                </a:lnTo>
                <a:lnTo>
                  <a:pt x="66954" y="944067"/>
                </a:lnTo>
                <a:lnTo>
                  <a:pt x="62522" y="896531"/>
                </a:lnTo>
                <a:lnTo>
                  <a:pt x="61290" y="849261"/>
                </a:lnTo>
                <a:lnTo>
                  <a:pt x="63182" y="802398"/>
                </a:lnTo>
                <a:lnTo>
                  <a:pt x="68110" y="756069"/>
                </a:lnTo>
                <a:lnTo>
                  <a:pt x="76022" y="710399"/>
                </a:lnTo>
                <a:lnTo>
                  <a:pt x="86829" y="665530"/>
                </a:lnTo>
                <a:lnTo>
                  <a:pt x="100457" y="621588"/>
                </a:lnTo>
                <a:lnTo>
                  <a:pt x="116827" y="578700"/>
                </a:lnTo>
                <a:lnTo>
                  <a:pt x="135877" y="536994"/>
                </a:lnTo>
                <a:lnTo>
                  <a:pt x="157505" y="496620"/>
                </a:lnTo>
                <a:lnTo>
                  <a:pt x="181660" y="457695"/>
                </a:lnTo>
                <a:lnTo>
                  <a:pt x="208254" y="420357"/>
                </a:lnTo>
                <a:lnTo>
                  <a:pt x="237210" y="384746"/>
                </a:lnTo>
                <a:lnTo>
                  <a:pt x="268452" y="350964"/>
                </a:lnTo>
                <a:lnTo>
                  <a:pt x="301904" y="319176"/>
                </a:lnTo>
                <a:lnTo>
                  <a:pt x="337502" y="289483"/>
                </a:lnTo>
                <a:lnTo>
                  <a:pt x="375158" y="262039"/>
                </a:lnTo>
                <a:lnTo>
                  <a:pt x="414807" y="236969"/>
                </a:lnTo>
                <a:lnTo>
                  <a:pt x="456349" y="214414"/>
                </a:lnTo>
                <a:lnTo>
                  <a:pt x="499732" y="194487"/>
                </a:lnTo>
                <a:lnTo>
                  <a:pt x="544880" y="177330"/>
                </a:lnTo>
                <a:lnTo>
                  <a:pt x="591705" y="163068"/>
                </a:lnTo>
                <a:lnTo>
                  <a:pt x="639152" y="152019"/>
                </a:lnTo>
                <a:lnTo>
                  <a:pt x="686828" y="144221"/>
                </a:lnTo>
                <a:lnTo>
                  <a:pt x="734606" y="139674"/>
                </a:lnTo>
                <a:lnTo>
                  <a:pt x="782370" y="138366"/>
                </a:lnTo>
                <a:lnTo>
                  <a:pt x="830021" y="140296"/>
                </a:lnTo>
                <a:lnTo>
                  <a:pt x="877443" y="145440"/>
                </a:lnTo>
                <a:lnTo>
                  <a:pt x="924509" y="153797"/>
                </a:lnTo>
                <a:lnTo>
                  <a:pt x="971118" y="165366"/>
                </a:lnTo>
                <a:lnTo>
                  <a:pt x="1017143" y="180149"/>
                </a:lnTo>
                <a:lnTo>
                  <a:pt x="957326" y="332917"/>
                </a:lnTo>
                <a:lnTo>
                  <a:pt x="955306" y="341718"/>
                </a:lnTo>
                <a:lnTo>
                  <a:pt x="978179" y="373849"/>
                </a:lnTo>
                <a:lnTo>
                  <a:pt x="985989" y="374840"/>
                </a:lnTo>
                <a:lnTo>
                  <a:pt x="993889" y="373799"/>
                </a:lnTo>
                <a:lnTo>
                  <a:pt x="997648" y="372529"/>
                </a:lnTo>
                <a:lnTo>
                  <a:pt x="1230261" y="276656"/>
                </a:lnTo>
                <a:lnTo>
                  <a:pt x="1236370" y="270433"/>
                </a:lnTo>
                <a:lnTo>
                  <a:pt x="1242479" y="254838"/>
                </a:lnTo>
                <a:close/>
              </a:path>
              <a:path w="1553844" h="1698625">
                <a:moveTo>
                  <a:pt x="1553375" y="826706"/>
                </a:moveTo>
                <a:lnTo>
                  <a:pt x="1550987" y="780961"/>
                </a:lnTo>
                <a:lnTo>
                  <a:pt x="1545844" y="735025"/>
                </a:lnTo>
                <a:lnTo>
                  <a:pt x="1537868" y="689000"/>
                </a:lnTo>
                <a:lnTo>
                  <a:pt x="1527009" y="642975"/>
                </a:lnTo>
                <a:lnTo>
                  <a:pt x="1512036" y="593572"/>
                </a:lnTo>
                <a:lnTo>
                  <a:pt x="1493989" y="545579"/>
                </a:lnTo>
                <a:lnTo>
                  <a:pt x="1472895" y="499097"/>
                </a:lnTo>
                <a:lnTo>
                  <a:pt x="1448816" y="454177"/>
                </a:lnTo>
                <a:lnTo>
                  <a:pt x="1421765" y="410895"/>
                </a:lnTo>
                <a:lnTo>
                  <a:pt x="1391780" y="369316"/>
                </a:lnTo>
                <a:lnTo>
                  <a:pt x="1371358" y="357632"/>
                </a:lnTo>
                <a:lnTo>
                  <a:pt x="1359598" y="358394"/>
                </a:lnTo>
                <a:lnTo>
                  <a:pt x="1348663" y="363791"/>
                </a:lnTo>
                <a:lnTo>
                  <a:pt x="1340675" y="373011"/>
                </a:lnTo>
                <a:lnTo>
                  <a:pt x="1336967" y="384200"/>
                </a:lnTo>
                <a:lnTo>
                  <a:pt x="1337729" y="395947"/>
                </a:lnTo>
                <a:lnTo>
                  <a:pt x="1343139" y="406882"/>
                </a:lnTo>
                <a:lnTo>
                  <a:pt x="1370736" y="445160"/>
                </a:lnTo>
                <a:lnTo>
                  <a:pt x="1395641" y="485013"/>
                </a:lnTo>
                <a:lnTo>
                  <a:pt x="1417815" y="526376"/>
                </a:lnTo>
                <a:lnTo>
                  <a:pt x="1437233" y="569188"/>
                </a:lnTo>
                <a:lnTo>
                  <a:pt x="1453845" y="613384"/>
                </a:lnTo>
                <a:lnTo>
                  <a:pt x="1467637" y="658888"/>
                </a:lnTo>
                <a:lnTo>
                  <a:pt x="1478699" y="706577"/>
                </a:lnTo>
                <a:lnTo>
                  <a:pt x="1486408" y="754240"/>
                </a:lnTo>
                <a:lnTo>
                  <a:pt x="1490840" y="801776"/>
                </a:lnTo>
                <a:lnTo>
                  <a:pt x="1492072" y="849045"/>
                </a:lnTo>
                <a:lnTo>
                  <a:pt x="1490192" y="895908"/>
                </a:lnTo>
                <a:lnTo>
                  <a:pt x="1485252" y="942238"/>
                </a:lnTo>
                <a:lnTo>
                  <a:pt x="1477340" y="987907"/>
                </a:lnTo>
                <a:lnTo>
                  <a:pt x="1466532" y="1032776"/>
                </a:lnTo>
                <a:lnTo>
                  <a:pt x="1452905" y="1076731"/>
                </a:lnTo>
                <a:lnTo>
                  <a:pt x="1436535" y="1119619"/>
                </a:lnTo>
                <a:lnTo>
                  <a:pt x="1417497" y="1161313"/>
                </a:lnTo>
                <a:lnTo>
                  <a:pt x="1395857" y="1201686"/>
                </a:lnTo>
                <a:lnTo>
                  <a:pt x="1371714" y="1240612"/>
                </a:lnTo>
                <a:lnTo>
                  <a:pt x="1345120" y="1277950"/>
                </a:lnTo>
                <a:lnTo>
                  <a:pt x="1316164" y="1313573"/>
                </a:lnTo>
                <a:lnTo>
                  <a:pt x="1284922" y="1347343"/>
                </a:lnTo>
                <a:lnTo>
                  <a:pt x="1251470" y="1379143"/>
                </a:lnTo>
                <a:lnTo>
                  <a:pt x="1215872" y="1408823"/>
                </a:lnTo>
                <a:lnTo>
                  <a:pt x="1178217" y="1436268"/>
                </a:lnTo>
                <a:lnTo>
                  <a:pt x="1138567" y="1461338"/>
                </a:lnTo>
                <a:lnTo>
                  <a:pt x="1097026" y="1483906"/>
                </a:lnTo>
                <a:lnTo>
                  <a:pt x="1053642" y="1503832"/>
                </a:lnTo>
                <a:lnTo>
                  <a:pt x="1008494" y="1520990"/>
                </a:lnTo>
                <a:lnTo>
                  <a:pt x="961682" y="1535239"/>
                </a:lnTo>
                <a:lnTo>
                  <a:pt x="914222" y="1546288"/>
                </a:lnTo>
                <a:lnTo>
                  <a:pt x="866546" y="1554086"/>
                </a:lnTo>
                <a:lnTo>
                  <a:pt x="818769" y="1558632"/>
                </a:lnTo>
                <a:lnTo>
                  <a:pt x="770991" y="1559941"/>
                </a:lnTo>
                <a:lnTo>
                  <a:pt x="723341" y="1558023"/>
                </a:lnTo>
                <a:lnTo>
                  <a:pt x="675919" y="1552879"/>
                </a:lnTo>
                <a:lnTo>
                  <a:pt x="628853" y="1544510"/>
                </a:lnTo>
                <a:lnTo>
                  <a:pt x="582256" y="1532940"/>
                </a:lnTo>
                <a:lnTo>
                  <a:pt x="536232" y="1518158"/>
                </a:lnTo>
                <a:lnTo>
                  <a:pt x="596049" y="1365389"/>
                </a:lnTo>
                <a:lnTo>
                  <a:pt x="598068" y="1356601"/>
                </a:lnTo>
                <a:lnTo>
                  <a:pt x="573316" y="1324038"/>
                </a:lnTo>
                <a:lnTo>
                  <a:pt x="564476" y="1323606"/>
                </a:lnTo>
                <a:lnTo>
                  <a:pt x="555726" y="1325778"/>
                </a:lnTo>
                <a:lnTo>
                  <a:pt x="323126" y="1421650"/>
                </a:lnTo>
                <a:lnTo>
                  <a:pt x="317017" y="1427861"/>
                </a:lnTo>
                <a:lnTo>
                  <a:pt x="310908" y="1443456"/>
                </a:lnTo>
                <a:lnTo>
                  <a:pt x="311175" y="1452168"/>
                </a:lnTo>
                <a:lnTo>
                  <a:pt x="416839" y="1680489"/>
                </a:lnTo>
                <a:lnTo>
                  <a:pt x="445655" y="1698307"/>
                </a:lnTo>
                <a:lnTo>
                  <a:pt x="448068" y="1698231"/>
                </a:lnTo>
                <a:lnTo>
                  <a:pt x="513816" y="1575422"/>
                </a:lnTo>
                <a:lnTo>
                  <a:pt x="563968" y="1591652"/>
                </a:lnTo>
                <a:lnTo>
                  <a:pt x="614768" y="1604378"/>
                </a:lnTo>
                <a:lnTo>
                  <a:pt x="666076" y="1613573"/>
                </a:lnTo>
                <a:lnTo>
                  <a:pt x="717753" y="1619262"/>
                </a:lnTo>
                <a:lnTo>
                  <a:pt x="769708" y="1621421"/>
                </a:lnTo>
                <a:lnTo>
                  <a:pt x="821791" y="1620037"/>
                </a:lnTo>
                <a:lnTo>
                  <a:pt x="873874" y="1615122"/>
                </a:lnTo>
                <a:lnTo>
                  <a:pt x="925842" y="1606638"/>
                </a:lnTo>
                <a:lnTo>
                  <a:pt x="977582" y="1594599"/>
                </a:lnTo>
                <a:lnTo>
                  <a:pt x="1022858" y="1580997"/>
                </a:lnTo>
                <a:lnTo>
                  <a:pt x="1066711" y="1564894"/>
                </a:lnTo>
                <a:lnTo>
                  <a:pt x="1109065" y="1546390"/>
                </a:lnTo>
                <a:lnTo>
                  <a:pt x="1149870" y="1525587"/>
                </a:lnTo>
                <a:lnTo>
                  <a:pt x="1189062" y="1502587"/>
                </a:lnTo>
                <a:lnTo>
                  <a:pt x="1226591" y="1477479"/>
                </a:lnTo>
                <a:lnTo>
                  <a:pt x="1262392" y="1450378"/>
                </a:lnTo>
                <a:lnTo>
                  <a:pt x="1296416" y="1421371"/>
                </a:lnTo>
                <a:lnTo>
                  <a:pt x="1328597" y="1390573"/>
                </a:lnTo>
                <a:lnTo>
                  <a:pt x="1358874" y="1358074"/>
                </a:lnTo>
                <a:lnTo>
                  <a:pt x="1387195" y="1323975"/>
                </a:lnTo>
                <a:lnTo>
                  <a:pt x="1413510" y="1288376"/>
                </a:lnTo>
                <a:lnTo>
                  <a:pt x="1437741" y="1251394"/>
                </a:lnTo>
                <a:lnTo>
                  <a:pt x="1459852" y="1213104"/>
                </a:lnTo>
                <a:lnTo>
                  <a:pt x="1479765" y="1173619"/>
                </a:lnTo>
                <a:lnTo>
                  <a:pt x="1497431" y="1133043"/>
                </a:lnTo>
                <a:lnTo>
                  <a:pt x="1512798" y="1091463"/>
                </a:lnTo>
                <a:lnTo>
                  <a:pt x="1525803" y="1048981"/>
                </a:lnTo>
                <a:lnTo>
                  <a:pt x="1536395" y="1005725"/>
                </a:lnTo>
                <a:lnTo>
                  <a:pt x="1544497" y="961758"/>
                </a:lnTo>
                <a:lnTo>
                  <a:pt x="1550073" y="917194"/>
                </a:lnTo>
                <a:lnTo>
                  <a:pt x="1553044" y="872147"/>
                </a:lnTo>
                <a:lnTo>
                  <a:pt x="1553375" y="826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850009" y="5837808"/>
            <a:ext cx="1249045" cy="1032510"/>
          </a:xfrm>
          <a:custGeom>
            <a:avLst/>
            <a:gdLst/>
            <a:ahLst/>
            <a:cxnLst/>
            <a:rect l="l" t="t" r="r" b="b"/>
            <a:pathLst>
              <a:path w="1249044" h="1032509">
                <a:moveTo>
                  <a:pt x="579234" y="516445"/>
                </a:moveTo>
                <a:lnTo>
                  <a:pt x="575538" y="504063"/>
                </a:lnTo>
                <a:lnTo>
                  <a:pt x="567664" y="494372"/>
                </a:lnTo>
                <a:lnTo>
                  <a:pt x="556729" y="488353"/>
                </a:lnTo>
                <a:lnTo>
                  <a:pt x="543699" y="486968"/>
                </a:lnTo>
                <a:lnTo>
                  <a:pt x="432650" y="496989"/>
                </a:lnTo>
                <a:lnTo>
                  <a:pt x="265938" y="510971"/>
                </a:lnTo>
                <a:lnTo>
                  <a:pt x="168630" y="517944"/>
                </a:lnTo>
                <a:lnTo>
                  <a:pt x="117652" y="520344"/>
                </a:lnTo>
                <a:lnTo>
                  <a:pt x="101396" y="520153"/>
                </a:lnTo>
                <a:lnTo>
                  <a:pt x="99187" y="519417"/>
                </a:lnTo>
                <a:lnTo>
                  <a:pt x="101295" y="520471"/>
                </a:lnTo>
                <a:lnTo>
                  <a:pt x="154571" y="526859"/>
                </a:lnTo>
                <a:lnTo>
                  <a:pt x="210299" y="531368"/>
                </a:lnTo>
                <a:lnTo>
                  <a:pt x="321843" y="538937"/>
                </a:lnTo>
                <a:lnTo>
                  <a:pt x="433387" y="545668"/>
                </a:lnTo>
                <a:lnTo>
                  <a:pt x="548195" y="551942"/>
                </a:lnTo>
                <a:lnTo>
                  <a:pt x="549732" y="551789"/>
                </a:lnTo>
                <a:lnTo>
                  <a:pt x="562127" y="548093"/>
                </a:lnTo>
                <a:lnTo>
                  <a:pt x="571804" y="540219"/>
                </a:lnTo>
                <a:lnTo>
                  <a:pt x="577824" y="529285"/>
                </a:lnTo>
                <a:lnTo>
                  <a:pt x="579234" y="516445"/>
                </a:lnTo>
                <a:close/>
              </a:path>
              <a:path w="1249044" h="1032509">
                <a:moveTo>
                  <a:pt x="579793" y="635431"/>
                </a:moveTo>
                <a:lnTo>
                  <a:pt x="576072" y="623036"/>
                </a:lnTo>
                <a:lnTo>
                  <a:pt x="568159" y="613359"/>
                </a:lnTo>
                <a:lnTo>
                  <a:pt x="557199" y="607364"/>
                </a:lnTo>
                <a:lnTo>
                  <a:pt x="544322" y="605980"/>
                </a:lnTo>
                <a:lnTo>
                  <a:pt x="192773" y="638441"/>
                </a:lnTo>
                <a:lnTo>
                  <a:pt x="546252" y="671080"/>
                </a:lnTo>
                <a:lnTo>
                  <a:pt x="550341" y="670902"/>
                </a:lnTo>
                <a:lnTo>
                  <a:pt x="562737" y="667181"/>
                </a:lnTo>
                <a:lnTo>
                  <a:pt x="572414" y="659282"/>
                </a:lnTo>
                <a:lnTo>
                  <a:pt x="578408" y="648309"/>
                </a:lnTo>
                <a:lnTo>
                  <a:pt x="579793" y="635431"/>
                </a:lnTo>
                <a:close/>
              </a:path>
              <a:path w="1249044" h="1032509">
                <a:moveTo>
                  <a:pt x="601357" y="409333"/>
                </a:moveTo>
                <a:lnTo>
                  <a:pt x="598081" y="396849"/>
                </a:lnTo>
                <a:lnTo>
                  <a:pt x="590537" y="386930"/>
                </a:lnTo>
                <a:lnTo>
                  <a:pt x="579818" y="380568"/>
                </a:lnTo>
                <a:lnTo>
                  <a:pt x="567029" y="378739"/>
                </a:lnTo>
                <a:lnTo>
                  <a:pt x="0" y="411200"/>
                </a:lnTo>
                <a:lnTo>
                  <a:pt x="569493" y="443725"/>
                </a:lnTo>
                <a:lnTo>
                  <a:pt x="570750" y="443661"/>
                </a:lnTo>
                <a:lnTo>
                  <a:pt x="583234" y="440397"/>
                </a:lnTo>
                <a:lnTo>
                  <a:pt x="593166" y="432854"/>
                </a:lnTo>
                <a:lnTo>
                  <a:pt x="599528" y="422135"/>
                </a:lnTo>
                <a:lnTo>
                  <a:pt x="601357" y="409333"/>
                </a:lnTo>
                <a:close/>
              </a:path>
              <a:path w="1249044" h="1032509">
                <a:moveTo>
                  <a:pt x="1012863" y="417703"/>
                </a:moveTo>
                <a:lnTo>
                  <a:pt x="1010488" y="405498"/>
                </a:lnTo>
                <a:lnTo>
                  <a:pt x="1003363" y="394754"/>
                </a:lnTo>
                <a:lnTo>
                  <a:pt x="992606" y="387616"/>
                </a:lnTo>
                <a:lnTo>
                  <a:pt x="980389" y="385241"/>
                </a:lnTo>
                <a:lnTo>
                  <a:pt x="968171" y="387616"/>
                </a:lnTo>
                <a:lnTo>
                  <a:pt x="957453" y="394754"/>
                </a:lnTo>
                <a:lnTo>
                  <a:pt x="775906" y="576300"/>
                </a:lnTo>
                <a:lnTo>
                  <a:pt x="711212" y="511619"/>
                </a:lnTo>
                <a:lnTo>
                  <a:pt x="700468" y="504482"/>
                </a:lnTo>
                <a:lnTo>
                  <a:pt x="688251" y="502107"/>
                </a:lnTo>
                <a:lnTo>
                  <a:pt x="676033" y="504482"/>
                </a:lnTo>
                <a:lnTo>
                  <a:pt x="665314" y="511619"/>
                </a:lnTo>
                <a:lnTo>
                  <a:pt x="658177" y="522363"/>
                </a:lnTo>
                <a:lnTo>
                  <a:pt x="655789" y="534568"/>
                </a:lnTo>
                <a:lnTo>
                  <a:pt x="658177" y="546785"/>
                </a:lnTo>
                <a:lnTo>
                  <a:pt x="665314" y="557517"/>
                </a:lnTo>
                <a:lnTo>
                  <a:pt x="759256" y="651510"/>
                </a:lnTo>
                <a:lnTo>
                  <a:pt x="767575" y="654672"/>
                </a:lnTo>
                <a:lnTo>
                  <a:pt x="775881" y="654672"/>
                </a:lnTo>
                <a:lnTo>
                  <a:pt x="784186" y="654672"/>
                </a:lnTo>
                <a:lnTo>
                  <a:pt x="792505" y="651510"/>
                </a:lnTo>
                <a:lnTo>
                  <a:pt x="1003363" y="440651"/>
                </a:lnTo>
                <a:lnTo>
                  <a:pt x="1010488" y="429920"/>
                </a:lnTo>
                <a:lnTo>
                  <a:pt x="1012863" y="417703"/>
                </a:lnTo>
                <a:close/>
              </a:path>
              <a:path w="1249044" h="1032509">
                <a:moveTo>
                  <a:pt x="1248752" y="577850"/>
                </a:moveTo>
                <a:lnTo>
                  <a:pt x="1246060" y="528243"/>
                </a:lnTo>
                <a:lnTo>
                  <a:pt x="1238186" y="480187"/>
                </a:lnTo>
                <a:lnTo>
                  <a:pt x="1225410" y="433946"/>
                </a:lnTo>
                <a:lnTo>
                  <a:pt x="1207998" y="389801"/>
                </a:lnTo>
                <a:lnTo>
                  <a:pt x="1186256" y="348030"/>
                </a:lnTo>
                <a:lnTo>
                  <a:pt x="1160449" y="308940"/>
                </a:lnTo>
                <a:lnTo>
                  <a:pt x="1130871" y="272783"/>
                </a:lnTo>
                <a:lnTo>
                  <a:pt x="1097788" y="239852"/>
                </a:lnTo>
                <a:lnTo>
                  <a:pt x="1061504" y="210439"/>
                </a:lnTo>
                <a:lnTo>
                  <a:pt x="1022273" y="184810"/>
                </a:lnTo>
                <a:lnTo>
                  <a:pt x="980401" y="163245"/>
                </a:lnTo>
                <a:lnTo>
                  <a:pt x="936155" y="146050"/>
                </a:lnTo>
                <a:lnTo>
                  <a:pt x="889825" y="133477"/>
                </a:lnTo>
                <a:lnTo>
                  <a:pt x="841692" y="125831"/>
                </a:lnTo>
                <a:lnTo>
                  <a:pt x="841819" y="64935"/>
                </a:lnTo>
                <a:lnTo>
                  <a:pt x="878674" y="64935"/>
                </a:lnTo>
                <a:lnTo>
                  <a:pt x="891298" y="62382"/>
                </a:lnTo>
                <a:lnTo>
                  <a:pt x="901623" y="55422"/>
                </a:lnTo>
                <a:lnTo>
                  <a:pt x="908583" y="45097"/>
                </a:lnTo>
                <a:lnTo>
                  <a:pt x="911148" y="32461"/>
                </a:lnTo>
                <a:lnTo>
                  <a:pt x="908583" y="19824"/>
                </a:lnTo>
                <a:lnTo>
                  <a:pt x="901623" y="9512"/>
                </a:lnTo>
                <a:lnTo>
                  <a:pt x="891298" y="2552"/>
                </a:lnTo>
                <a:lnTo>
                  <a:pt x="878674" y="0"/>
                </a:lnTo>
                <a:lnTo>
                  <a:pt x="731507" y="0"/>
                </a:lnTo>
                <a:lnTo>
                  <a:pt x="718870" y="2552"/>
                </a:lnTo>
                <a:lnTo>
                  <a:pt x="708545" y="9512"/>
                </a:lnTo>
                <a:lnTo>
                  <a:pt x="701598" y="19824"/>
                </a:lnTo>
                <a:lnTo>
                  <a:pt x="699046" y="32461"/>
                </a:lnTo>
                <a:lnTo>
                  <a:pt x="701598" y="45097"/>
                </a:lnTo>
                <a:lnTo>
                  <a:pt x="708545" y="55422"/>
                </a:lnTo>
                <a:lnTo>
                  <a:pt x="718870" y="62382"/>
                </a:lnTo>
                <a:lnTo>
                  <a:pt x="731507" y="64935"/>
                </a:lnTo>
                <a:lnTo>
                  <a:pt x="776897" y="64935"/>
                </a:lnTo>
                <a:lnTo>
                  <a:pt x="776770" y="123736"/>
                </a:lnTo>
                <a:lnTo>
                  <a:pt x="729107" y="128054"/>
                </a:lnTo>
                <a:lnTo>
                  <a:pt x="682574" y="137261"/>
                </a:lnTo>
                <a:lnTo>
                  <a:pt x="637501" y="151180"/>
                </a:lnTo>
                <a:lnTo>
                  <a:pt x="594220" y="169659"/>
                </a:lnTo>
                <a:lnTo>
                  <a:pt x="553072" y="192557"/>
                </a:lnTo>
                <a:lnTo>
                  <a:pt x="514375" y="219710"/>
                </a:lnTo>
                <a:lnTo>
                  <a:pt x="478472" y="250964"/>
                </a:lnTo>
                <a:lnTo>
                  <a:pt x="445706" y="286156"/>
                </a:lnTo>
                <a:lnTo>
                  <a:pt x="438264" y="309854"/>
                </a:lnTo>
                <a:lnTo>
                  <a:pt x="441706" y="321818"/>
                </a:lnTo>
                <a:lnTo>
                  <a:pt x="449757" y="331889"/>
                </a:lnTo>
                <a:lnTo>
                  <a:pt x="461073" y="338035"/>
                </a:lnTo>
                <a:lnTo>
                  <a:pt x="473456" y="339331"/>
                </a:lnTo>
                <a:lnTo>
                  <a:pt x="485406" y="335889"/>
                </a:lnTo>
                <a:lnTo>
                  <a:pt x="495490" y="327837"/>
                </a:lnTo>
                <a:lnTo>
                  <a:pt x="529374" y="292188"/>
                </a:lnTo>
                <a:lnTo>
                  <a:pt x="567004" y="261391"/>
                </a:lnTo>
                <a:lnTo>
                  <a:pt x="607898" y="235686"/>
                </a:lnTo>
                <a:lnTo>
                  <a:pt x="651548" y="215290"/>
                </a:lnTo>
                <a:lnTo>
                  <a:pt x="697496" y="200444"/>
                </a:lnTo>
                <a:lnTo>
                  <a:pt x="745223" y="191363"/>
                </a:lnTo>
                <a:lnTo>
                  <a:pt x="794270" y="188290"/>
                </a:lnTo>
                <a:lnTo>
                  <a:pt x="843064" y="191325"/>
                </a:lnTo>
                <a:lnTo>
                  <a:pt x="890066" y="200202"/>
                </a:lnTo>
                <a:lnTo>
                  <a:pt x="934923" y="214553"/>
                </a:lnTo>
                <a:lnTo>
                  <a:pt x="977252" y="233997"/>
                </a:lnTo>
                <a:lnTo>
                  <a:pt x="1016685" y="258178"/>
                </a:lnTo>
                <a:lnTo>
                  <a:pt x="1052855" y="286727"/>
                </a:lnTo>
                <a:lnTo>
                  <a:pt x="1085392" y="319265"/>
                </a:lnTo>
                <a:lnTo>
                  <a:pt x="1113942" y="355434"/>
                </a:lnTo>
                <a:lnTo>
                  <a:pt x="1138110" y="394868"/>
                </a:lnTo>
                <a:lnTo>
                  <a:pt x="1157566" y="437197"/>
                </a:lnTo>
                <a:lnTo>
                  <a:pt x="1171905" y="482041"/>
                </a:lnTo>
                <a:lnTo>
                  <a:pt x="1180782" y="529056"/>
                </a:lnTo>
                <a:lnTo>
                  <a:pt x="1183830" y="577850"/>
                </a:lnTo>
                <a:lnTo>
                  <a:pt x="1180782" y="626643"/>
                </a:lnTo>
                <a:lnTo>
                  <a:pt x="1171905" y="673646"/>
                </a:lnTo>
                <a:lnTo>
                  <a:pt x="1157566" y="718502"/>
                </a:lnTo>
                <a:lnTo>
                  <a:pt x="1138110" y="760831"/>
                </a:lnTo>
                <a:lnTo>
                  <a:pt x="1113942" y="800252"/>
                </a:lnTo>
                <a:lnTo>
                  <a:pt x="1085392" y="836434"/>
                </a:lnTo>
                <a:lnTo>
                  <a:pt x="1052855" y="868972"/>
                </a:lnTo>
                <a:lnTo>
                  <a:pt x="1016685" y="897521"/>
                </a:lnTo>
                <a:lnTo>
                  <a:pt x="977252" y="921689"/>
                </a:lnTo>
                <a:lnTo>
                  <a:pt x="934923" y="941146"/>
                </a:lnTo>
                <a:lnTo>
                  <a:pt x="890066" y="955484"/>
                </a:lnTo>
                <a:lnTo>
                  <a:pt x="843064" y="964361"/>
                </a:lnTo>
                <a:lnTo>
                  <a:pt x="794270" y="967409"/>
                </a:lnTo>
                <a:lnTo>
                  <a:pt x="746721" y="964565"/>
                </a:lnTo>
                <a:lnTo>
                  <a:pt x="700659" y="956195"/>
                </a:lnTo>
                <a:lnTo>
                  <a:pt x="656475" y="942568"/>
                </a:lnTo>
                <a:lnTo>
                  <a:pt x="614565" y="923937"/>
                </a:lnTo>
                <a:lnTo>
                  <a:pt x="575297" y="900582"/>
                </a:lnTo>
                <a:lnTo>
                  <a:pt x="539064" y="872744"/>
                </a:lnTo>
                <a:lnTo>
                  <a:pt x="506260" y="840689"/>
                </a:lnTo>
                <a:lnTo>
                  <a:pt x="477253" y="804697"/>
                </a:lnTo>
                <a:lnTo>
                  <a:pt x="452437" y="765009"/>
                </a:lnTo>
                <a:lnTo>
                  <a:pt x="432206" y="721893"/>
                </a:lnTo>
                <a:lnTo>
                  <a:pt x="425157" y="711098"/>
                </a:lnTo>
                <a:lnTo>
                  <a:pt x="379209" y="710793"/>
                </a:lnTo>
                <a:lnTo>
                  <a:pt x="369557" y="733234"/>
                </a:lnTo>
                <a:lnTo>
                  <a:pt x="371868" y="745921"/>
                </a:lnTo>
                <a:lnTo>
                  <a:pt x="394601" y="794512"/>
                </a:lnTo>
                <a:lnTo>
                  <a:pt x="422694" y="839787"/>
                </a:lnTo>
                <a:lnTo>
                  <a:pt x="455866" y="881392"/>
                </a:lnTo>
                <a:lnTo>
                  <a:pt x="493801" y="918921"/>
                </a:lnTo>
                <a:lnTo>
                  <a:pt x="536232" y="952042"/>
                </a:lnTo>
                <a:lnTo>
                  <a:pt x="583374" y="980567"/>
                </a:lnTo>
                <a:lnTo>
                  <a:pt x="633209" y="1002995"/>
                </a:lnTo>
                <a:lnTo>
                  <a:pt x="685279" y="1019200"/>
                </a:lnTo>
                <a:lnTo>
                  <a:pt x="739114" y="1029017"/>
                </a:lnTo>
                <a:lnTo>
                  <a:pt x="794270" y="1032332"/>
                </a:lnTo>
                <a:lnTo>
                  <a:pt x="840663" y="1029982"/>
                </a:lnTo>
                <a:lnTo>
                  <a:pt x="885748" y="1023086"/>
                </a:lnTo>
                <a:lnTo>
                  <a:pt x="929259" y="1011859"/>
                </a:lnTo>
                <a:lnTo>
                  <a:pt x="971003" y="996556"/>
                </a:lnTo>
                <a:lnTo>
                  <a:pt x="1010716" y="977392"/>
                </a:lnTo>
                <a:lnTo>
                  <a:pt x="1048194" y="954608"/>
                </a:lnTo>
                <a:lnTo>
                  <a:pt x="1083195" y="928420"/>
                </a:lnTo>
                <a:lnTo>
                  <a:pt x="1115479" y="899058"/>
                </a:lnTo>
                <a:lnTo>
                  <a:pt x="1144828" y="866775"/>
                </a:lnTo>
                <a:lnTo>
                  <a:pt x="1171016" y="831773"/>
                </a:lnTo>
                <a:lnTo>
                  <a:pt x="1193812" y="794296"/>
                </a:lnTo>
                <a:lnTo>
                  <a:pt x="1212977" y="754583"/>
                </a:lnTo>
                <a:lnTo>
                  <a:pt x="1228280" y="712851"/>
                </a:lnTo>
                <a:lnTo>
                  <a:pt x="1239494" y="669328"/>
                </a:lnTo>
                <a:lnTo>
                  <a:pt x="1246390" y="624255"/>
                </a:lnTo>
                <a:lnTo>
                  <a:pt x="1248752" y="577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16178744" y="6870197"/>
            <a:ext cx="1655445" cy="1427480"/>
            <a:chOff x="16178744" y="6870197"/>
            <a:chExt cx="1655445" cy="1427480"/>
          </a:xfrm>
        </p:grpSpPr>
        <p:sp>
          <p:nvSpPr>
            <p:cNvPr id="19" name="object 19"/>
            <p:cNvSpPr/>
            <p:nvPr/>
          </p:nvSpPr>
          <p:spPr>
            <a:xfrm>
              <a:off x="16178733" y="6870204"/>
              <a:ext cx="1655445" cy="1427480"/>
            </a:xfrm>
            <a:custGeom>
              <a:avLst/>
              <a:gdLst/>
              <a:ahLst/>
              <a:cxnLst/>
              <a:rect l="l" t="t" r="r" b="b"/>
              <a:pathLst>
                <a:path w="1655444" h="1427479">
                  <a:moveTo>
                    <a:pt x="1455572" y="77470"/>
                  </a:moveTo>
                  <a:lnTo>
                    <a:pt x="1455229" y="74701"/>
                  </a:lnTo>
                  <a:lnTo>
                    <a:pt x="1455140" y="73964"/>
                  </a:lnTo>
                  <a:lnTo>
                    <a:pt x="1455026" y="73050"/>
                  </a:lnTo>
                  <a:lnTo>
                    <a:pt x="1439329" y="35102"/>
                  </a:lnTo>
                  <a:lnTo>
                    <a:pt x="1398143" y="14338"/>
                  </a:lnTo>
                  <a:lnTo>
                    <a:pt x="1382509" y="14681"/>
                  </a:lnTo>
                  <a:lnTo>
                    <a:pt x="1367218" y="18859"/>
                  </a:lnTo>
                  <a:lnTo>
                    <a:pt x="962317" y="189445"/>
                  </a:lnTo>
                  <a:lnTo>
                    <a:pt x="961224" y="189928"/>
                  </a:lnTo>
                  <a:lnTo>
                    <a:pt x="959853" y="189928"/>
                  </a:lnTo>
                  <a:lnTo>
                    <a:pt x="958583" y="189445"/>
                  </a:lnTo>
                  <a:lnTo>
                    <a:pt x="930871" y="177787"/>
                  </a:lnTo>
                  <a:lnTo>
                    <a:pt x="930871" y="241935"/>
                  </a:lnTo>
                  <a:lnTo>
                    <a:pt x="930871" y="1176286"/>
                  </a:lnTo>
                  <a:lnTo>
                    <a:pt x="648322" y="1057198"/>
                  </a:lnTo>
                  <a:lnTo>
                    <a:pt x="522516" y="1004176"/>
                  </a:lnTo>
                  <a:lnTo>
                    <a:pt x="523798" y="1000937"/>
                  </a:lnTo>
                  <a:lnTo>
                    <a:pt x="524497" y="997496"/>
                  </a:lnTo>
                  <a:lnTo>
                    <a:pt x="524560" y="70916"/>
                  </a:lnTo>
                  <a:lnTo>
                    <a:pt x="929640" y="241388"/>
                  </a:lnTo>
                  <a:lnTo>
                    <a:pt x="930871" y="241935"/>
                  </a:lnTo>
                  <a:lnTo>
                    <a:pt x="930871" y="177787"/>
                  </a:lnTo>
                  <a:lnTo>
                    <a:pt x="676935" y="70916"/>
                  </a:lnTo>
                  <a:lnTo>
                    <a:pt x="518668" y="4318"/>
                  </a:lnTo>
                  <a:lnTo>
                    <a:pt x="506730" y="1028"/>
                  </a:lnTo>
                  <a:lnTo>
                    <a:pt x="494487" y="0"/>
                  </a:lnTo>
                  <a:lnTo>
                    <a:pt x="482269" y="1219"/>
                  </a:lnTo>
                  <a:lnTo>
                    <a:pt x="470382" y="4686"/>
                  </a:lnTo>
                  <a:lnTo>
                    <a:pt x="467398" y="5943"/>
                  </a:lnTo>
                  <a:lnTo>
                    <a:pt x="467398" y="1004176"/>
                  </a:lnTo>
                  <a:lnTo>
                    <a:pt x="63881" y="1174305"/>
                  </a:lnTo>
                  <a:lnTo>
                    <a:pt x="62547" y="1174305"/>
                  </a:lnTo>
                  <a:lnTo>
                    <a:pt x="61061" y="1173251"/>
                  </a:lnTo>
                  <a:lnTo>
                    <a:pt x="59829" y="1172502"/>
                  </a:lnTo>
                  <a:lnTo>
                    <a:pt x="59080" y="1171155"/>
                  </a:lnTo>
                  <a:lnTo>
                    <a:pt x="59093" y="243001"/>
                  </a:lnTo>
                  <a:lnTo>
                    <a:pt x="60121" y="241388"/>
                  </a:lnTo>
                  <a:lnTo>
                    <a:pt x="61722" y="240677"/>
                  </a:lnTo>
                  <a:lnTo>
                    <a:pt x="465353" y="70916"/>
                  </a:lnTo>
                  <a:lnTo>
                    <a:pt x="465531" y="997496"/>
                  </a:lnTo>
                  <a:lnTo>
                    <a:pt x="466217" y="1000937"/>
                  </a:lnTo>
                  <a:lnTo>
                    <a:pt x="467398" y="1004176"/>
                  </a:lnTo>
                  <a:lnTo>
                    <a:pt x="467398" y="5943"/>
                  </a:lnTo>
                  <a:lnTo>
                    <a:pt x="38633" y="186270"/>
                  </a:lnTo>
                  <a:lnTo>
                    <a:pt x="22707" y="196037"/>
                  </a:lnTo>
                  <a:lnTo>
                    <a:pt x="10528" y="209702"/>
                  </a:lnTo>
                  <a:lnTo>
                    <a:pt x="2743" y="226275"/>
                  </a:lnTo>
                  <a:lnTo>
                    <a:pt x="0" y="244754"/>
                  </a:lnTo>
                  <a:lnTo>
                    <a:pt x="0" y="1169708"/>
                  </a:lnTo>
                  <a:lnTo>
                    <a:pt x="16357" y="1212176"/>
                  </a:lnTo>
                  <a:lnTo>
                    <a:pt x="57378" y="1232877"/>
                  </a:lnTo>
                  <a:lnTo>
                    <a:pt x="72885" y="1232509"/>
                  </a:lnTo>
                  <a:lnTo>
                    <a:pt x="88049" y="1228305"/>
                  </a:lnTo>
                  <a:lnTo>
                    <a:pt x="216115" y="1174305"/>
                  </a:lnTo>
                  <a:lnTo>
                    <a:pt x="492340" y="1057821"/>
                  </a:lnTo>
                  <a:lnTo>
                    <a:pt x="493712" y="1057198"/>
                  </a:lnTo>
                  <a:lnTo>
                    <a:pt x="495744" y="1057198"/>
                  </a:lnTo>
                  <a:lnTo>
                    <a:pt x="496684" y="1057440"/>
                  </a:lnTo>
                  <a:lnTo>
                    <a:pt x="936625" y="1242860"/>
                  </a:lnTo>
                  <a:lnTo>
                    <a:pt x="944143" y="1245730"/>
                  </a:lnTo>
                  <a:lnTo>
                    <a:pt x="952131" y="1247190"/>
                  </a:lnTo>
                  <a:lnTo>
                    <a:pt x="960170" y="1247190"/>
                  </a:lnTo>
                  <a:lnTo>
                    <a:pt x="1142225" y="1176312"/>
                  </a:lnTo>
                  <a:lnTo>
                    <a:pt x="1165313" y="1146975"/>
                  </a:lnTo>
                  <a:lnTo>
                    <a:pt x="1162977" y="1135468"/>
                  </a:lnTo>
                  <a:lnTo>
                    <a:pt x="1156360" y="1125766"/>
                  </a:lnTo>
                  <a:lnTo>
                    <a:pt x="1146873" y="1119555"/>
                  </a:lnTo>
                  <a:lnTo>
                    <a:pt x="1135748" y="1117371"/>
                  </a:lnTo>
                  <a:lnTo>
                    <a:pt x="1124229" y="1119708"/>
                  </a:lnTo>
                  <a:lnTo>
                    <a:pt x="990003" y="1176312"/>
                  </a:lnTo>
                  <a:lnTo>
                    <a:pt x="990003" y="241935"/>
                  </a:lnTo>
                  <a:lnTo>
                    <a:pt x="1113447" y="189928"/>
                  </a:lnTo>
                  <a:lnTo>
                    <a:pt x="1389849" y="73482"/>
                  </a:lnTo>
                  <a:lnTo>
                    <a:pt x="1391399" y="72872"/>
                  </a:lnTo>
                  <a:lnTo>
                    <a:pt x="1393151" y="73050"/>
                  </a:lnTo>
                  <a:lnTo>
                    <a:pt x="1394548" y="73964"/>
                  </a:lnTo>
                  <a:lnTo>
                    <a:pt x="1395768" y="74701"/>
                  </a:lnTo>
                  <a:lnTo>
                    <a:pt x="1396504" y="76034"/>
                  </a:lnTo>
                  <a:lnTo>
                    <a:pt x="1396453" y="687870"/>
                  </a:lnTo>
                  <a:lnTo>
                    <a:pt x="1398778" y="699376"/>
                  </a:lnTo>
                  <a:lnTo>
                    <a:pt x="1405115" y="708774"/>
                  </a:lnTo>
                  <a:lnTo>
                    <a:pt x="1414513" y="715111"/>
                  </a:lnTo>
                  <a:lnTo>
                    <a:pt x="1426019" y="717435"/>
                  </a:lnTo>
                  <a:lnTo>
                    <a:pt x="1437525" y="715111"/>
                  </a:lnTo>
                  <a:lnTo>
                    <a:pt x="1446923" y="708774"/>
                  </a:lnTo>
                  <a:lnTo>
                    <a:pt x="1453261" y="699376"/>
                  </a:lnTo>
                  <a:lnTo>
                    <a:pt x="1455572" y="687870"/>
                  </a:lnTo>
                  <a:lnTo>
                    <a:pt x="1455572" y="77470"/>
                  </a:lnTo>
                  <a:close/>
                </a:path>
                <a:path w="1655444" h="1427479">
                  <a:moveTo>
                    <a:pt x="1655406" y="1005967"/>
                  </a:moveTo>
                  <a:lnTo>
                    <a:pt x="1650707" y="959739"/>
                  </a:lnTo>
                  <a:lnTo>
                    <a:pt x="1637309" y="916673"/>
                  </a:lnTo>
                  <a:lnTo>
                    <a:pt x="1616138" y="877709"/>
                  </a:lnTo>
                  <a:lnTo>
                    <a:pt x="1596288" y="853668"/>
                  </a:lnTo>
                  <a:lnTo>
                    <a:pt x="1596288" y="1005967"/>
                  </a:lnTo>
                  <a:lnTo>
                    <a:pt x="1591043" y="1050874"/>
                  </a:lnTo>
                  <a:lnTo>
                    <a:pt x="1576781" y="1098804"/>
                  </a:lnTo>
                  <a:lnTo>
                    <a:pt x="1555750" y="1147991"/>
                  </a:lnTo>
                  <a:lnTo>
                    <a:pt x="1530121" y="1196657"/>
                  </a:lnTo>
                  <a:lnTo>
                    <a:pt x="1502130" y="1243037"/>
                  </a:lnTo>
                  <a:lnTo>
                    <a:pt x="1473962" y="1285341"/>
                  </a:lnTo>
                  <a:lnTo>
                    <a:pt x="1447812" y="1321816"/>
                  </a:lnTo>
                  <a:lnTo>
                    <a:pt x="1425905" y="1350683"/>
                  </a:lnTo>
                  <a:lnTo>
                    <a:pt x="1403959" y="1321816"/>
                  </a:lnTo>
                  <a:lnTo>
                    <a:pt x="1377797" y="1285341"/>
                  </a:lnTo>
                  <a:lnTo>
                    <a:pt x="1349603" y="1243037"/>
                  </a:lnTo>
                  <a:lnTo>
                    <a:pt x="1321600" y="1196657"/>
                  </a:lnTo>
                  <a:lnTo>
                    <a:pt x="1295984" y="1147991"/>
                  </a:lnTo>
                  <a:lnTo>
                    <a:pt x="1274965" y="1098804"/>
                  </a:lnTo>
                  <a:lnTo>
                    <a:pt x="1260729" y="1050874"/>
                  </a:lnTo>
                  <a:lnTo>
                    <a:pt x="1255496" y="1005967"/>
                  </a:lnTo>
                  <a:lnTo>
                    <a:pt x="1261325" y="961440"/>
                  </a:lnTo>
                  <a:lnTo>
                    <a:pt x="1278216" y="920635"/>
                  </a:lnTo>
                  <a:lnTo>
                    <a:pt x="1305026" y="885532"/>
                  </a:lnTo>
                  <a:lnTo>
                    <a:pt x="1340599" y="858139"/>
                  </a:lnTo>
                  <a:lnTo>
                    <a:pt x="1382090" y="840981"/>
                  </a:lnTo>
                  <a:lnTo>
                    <a:pt x="1425892" y="835253"/>
                  </a:lnTo>
                  <a:lnTo>
                    <a:pt x="1469682" y="840981"/>
                  </a:lnTo>
                  <a:lnTo>
                    <a:pt x="1511173" y="858139"/>
                  </a:lnTo>
                  <a:lnTo>
                    <a:pt x="1546745" y="885532"/>
                  </a:lnTo>
                  <a:lnTo>
                    <a:pt x="1573568" y="920635"/>
                  </a:lnTo>
                  <a:lnTo>
                    <a:pt x="1590459" y="961440"/>
                  </a:lnTo>
                  <a:lnTo>
                    <a:pt x="1596288" y="1005967"/>
                  </a:lnTo>
                  <a:lnTo>
                    <a:pt x="1596288" y="853668"/>
                  </a:lnTo>
                  <a:lnTo>
                    <a:pt x="1554162" y="815721"/>
                  </a:lnTo>
                  <a:lnTo>
                    <a:pt x="1515198" y="794550"/>
                  </a:lnTo>
                  <a:lnTo>
                    <a:pt x="1472133" y="781151"/>
                  </a:lnTo>
                  <a:lnTo>
                    <a:pt x="1425905" y="776439"/>
                  </a:lnTo>
                  <a:lnTo>
                    <a:pt x="1379664" y="781151"/>
                  </a:lnTo>
                  <a:lnTo>
                    <a:pt x="1336598" y="794550"/>
                  </a:lnTo>
                  <a:lnTo>
                    <a:pt x="1297635" y="815721"/>
                  </a:lnTo>
                  <a:lnTo>
                    <a:pt x="1263675" y="843749"/>
                  </a:lnTo>
                  <a:lnTo>
                    <a:pt x="1235659" y="877709"/>
                  </a:lnTo>
                  <a:lnTo>
                    <a:pt x="1214488" y="916673"/>
                  </a:lnTo>
                  <a:lnTo>
                    <a:pt x="1201089" y="959739"/>
                  </a:lnTo>
                  <a:lnTo>
                    <a:pt x="1196378" y="1005967"/>
                  </a:lnTo>
                  <a:lnTo>
                    <a:pt x="1201940" y="1057490"/>
                  </a:lnTo>
                  <a:lnTo>
                    <a:pt x="1217091" y="1111427"/>
                  </a:lnTo>
                  <a:lnTo>
                    <a:pt x="1239494" y="1165987"/>
                  </a:lnTo>
                  <a:lnTo>
                    <a:pt x="1266812" y="1219403"/>
                  </a:lnTo>
                  <a:lnTo>
                    <a:pt x="1296708" y="1269911"/>
                  </a:lnTo>
                  <a:lnTo>
                    <a:pt x="1326870" y="1315758"/>
                  </a:lnTo>
                  <a:lnTo>
                    <a:pt x="1354937" y="1355153"/>
                  </a:lnTo>
                  <a:lnTo>
                    <a:pt x="1378610" y="1386332"/>
                  </a:lnTo>
                  <a:lnTo>
                    <a:pt x="1403388" y="1416989"/>
                  </a:lnTo>
                  <a:lnTo>
                    <a:pt x="1417243" y="1427378"/>
                  </a:lnTo>
                  <a:lnTo>
                    <a:pt x="1434566" y="1427378"/>
                  </a:lnTo>
                  <a:lnTo>
                    <a:pt x="1473200" y="1386332"/>
                  </a:lnTo>
                  <a:lnTo>
                    <a:pt x="1496860" y="1355153"/>
                  </a:lnTo>
                  <a:lnTo>
                    <a:pt x="1524939" y="1315758"/>
                  </a:lnTo>
                  <a:lnTo>
                    <a:pt x="1555089" y="1269911"/>
                  </a:lnTo>
                  <a:lnTo>
                    <a:pt x="1584985" y="1219403"/>
                  </a:lnTo>
                  <a:lnTo>
                    <a:pt x="1612303" y="1165987"/>
                  </a:lnTo>
                  <a:lnTo>
                    <a:pt x="1634693" y="1111427"/>
                  </a:lnTo>
                  <a:lnTo>
                    <a:pt x="1649844" y="1057490"/>
                  </a:lnTo>
                  <a:lnTo>
                    <a:pt x="1655406" y="1005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93139" y="7751945"/>
              <a:ext cx="223455" cy="223453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727" rIns="0" bIns="0" rtlCol="0" vert="horz">
            <a:spAutoFit/>
          </a:bodyPr>
          <a:lstStyle/>
          <a:p>
            <a:pPr marL="178498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104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494662" y="378374"/>
            <a:ext cx="1878330" cy="1211580"/>
          </a:xfrm>
          <a:custGeom>
            <a:avLst/>
            <a:gdLst/>
            <a:ahLst/>
            <a:cxnLst/>
            <a:rect l="l" t="t" r="r" b="b"/>
            <a:pathLst>
              <a:path w="1878330" h="1211580">
                <a:moveTo>
                  <a:pt x="1877783" y="605497"/>
                </a:moveTo>
                <a:lnTo>
                  <a:pt x="1870995" y="678683"/>
                </a:lnTo>
                <a:lnTo>
                  <a:pt x="1851153" y="749277"/>
                </a:lnTo>
                <a:lnTo>
                  <a:pt x="1819044" y="816774"/>
                </a:lnTo>
                <a:lnTo>
                  <a:pt x="1798634" y="849202"/>
                </a:lnTo>
                <a:lnTo>
                  <a:pt x="1775452" y="880666"/>
                </a:lnTo>
                <a:lnTo>
                  <a:pt x="1749597" y="911102"/>
                </a:lnTo>
                <a:lnTo>
                  <a:pt x="1721165" y="940447"/>
                </a:lnTo>
                <a:lnTo>
                  <a:pt x="1690256" y="968638"/>
                </a:lnTo>
                <a:lnTo>
                  <a:pt x="1656967" y="995611"/>
                </a:lnTo>
                <a:lnTo>
                  <a:pt x="1621397" y="1021302"/>
                </a:lnTo>
                <a:lnTo>
                  <a:pt x="1583644" y="1045649"/>
                </a:lnTo>
                <a:lnTo>
                  <a:pt x="1543806" y="1068589"/>
                </a:lnTo>
                <a:lnTo>
                  <a:pt x="1501982" y="1090057"/>
                </a:lnTo>
                <a:lnTo>
                  <a:pt x="1458269" y="1109990"/>
                </a:lnTo>
                <a:lnTo>
                  <a:pt x="1412766" y="1128326"/>
                </a:lnTo>
                <a:lnTo>
                  <a:pt x="1365571" y="1145001"/>
                </a:lnTo>
                <a:lnTo>
                  <a:pt x="1316782" y="1159951"/>
                </a:lnTo>
                <a:lnTo>
                  <a:pt x="1266498" y="1173113"/>
                </a:lnTo>
                <a:lnTo>
                  <a:pt x="1214816" y="1184425"/>
                </a:lnTo>
                <a:lnTo>
                  <a:pt x="1161835" y="1193821"/>
                </a:lnTo>
                <a:lnTo>
                  <a:pt x="1107654" y="1201240"/>
                </a:lnTo>
                <a:lnTo>
                  <a:pt x="1052369" y="1206617"/>
                </a:lnTo>
                <a:lnTo>
                  <a:pt x="996080" y="1209890"/>
                </a:lnTo>
                <a:lnTo>
                  <a:pt x="938885" y="1210995"/>
                </a:lnTo>
                <a:lnTo>
                  <a:pt x="881691" y="1209890"/>
                </a:lnTo>
                <a:lnTo>
                  <a:pt x="825404" y="1206617"/>
                </a:lnTo>
                <a:lnTo>
                  <a:pt x="770120" y="1201240"/>
                </a:lnTo>
                <a:lnTo>
                  <a:pt x="715940" y="1193821"/>
                </a:lnTo>
                <a:lnTo>
                  <a:pt x="662960" y="1184425"/>
                </a:lnTo>
                <a:lnTo>
                  <a:pt x="611279" y="1173113"/>
                </a:lnTo>
                <a:lnTo>
                  <a:pt x="560996" y="1159951"/>
                </a:lnTo>
                <a:lnTo>
                  <a:pt x="512208" y="1145001"/>
                </a:lnTo>
                <a:lnTo>
                  <a:pt x="465013" y="1128326"/>
                </a:lnTo>
                <a:lnTo>
                  <a:pt x="419511" y="1109990"/>
                </a:lnTo>
                <a:lnTo>
                  <a:pt x="375799" y="1090057"/>
                </a:lnTo>
                <a:lnTo>
                  <a:pt x="333975" y="1068589"/>
                </a:lnTo>
                <a:lnTo>
                  <a:pt x="294137" y="1045649"/>
                </a:lnTo>
                <a:lnTo>
                  <a:pt x="256385" y="1021302"/>
                </a:lnTo>
                <a:lnTo>
                  <a:pt x="220815" y="995611"/>
                </a:lnTo>
                <a:lnTo>
                  <a:pt x="187526" y="968638"/>
                </a:lnTo>
                <a:lnTo>
                  <a:pt x="156617" y="940447"/>
                </a:lnTo>
                <a:lnTo>
                  <a:pt x="128186" y="911102"/>
                </a:lnTo>
                <a:lnTo>
                  <a:pt x="102330" y="880666"/>
                </a:lnTo>
                <a:lnTo>
                  <a:pt x="79148" y="849202"/>
                </a:lnTo>
                <a:lnTo>
                  <a:pt x="58739" y="816774"/>
                </a:lnTo>
                <a:lnTo>
                  <a:pt x="26630" y="749277"/>
                </a:lnTo>
                <a:lnTo>
                  <a:pt x="6788" y="678683"/>
                </a:lnTo>
                <a:lnTo>
                  <a:pt x="0" y="605497"/>
                </a:lnTo>
                <a:lnTo>
                  <a:pt x="1713" y="568611"/>
                </a:lnTo>
                <a:lnTo>
                  <a:pt x="15126" y="496656"/>
                </a:lnTo>
                <a:lnTo>
                  <a:pt x="41200" y="427546"/>
                </a:lnTo>
                <a:lnTo>
                  <a:pt x="79148" y="361787"/>
                </a:lnTo>
                <a:lnTo>
                  <a:pt x="102330" y="330323"/>
                </a:lnTo>
                <a:lnTo>
                  <a:pt x="128186" y="299887"/>
                </a:lnTo>
                <a:lnTo>
                  <a:pt x="156617" y="270542"/>
                </a:lnTo>
                <a:lnTo>
                  <a:pt x="187526" y="242352"/>
                </a:lnTo>
                <a:lnTo>
                  <a:pt x="220815" y="215379"/>
                </a:lnTo>
                <a:lnTo>
                  <a:pt x="256385" y="189688"/>
                </a:lnTo>
                <a:lnTo>
                  <a:pt x="294137" y="165341"/>
                </a:lnTo>
                <a:lnTo>
                  <a:pt x="333975" y="142402"/>
                </a:lnTo>
                <a:lnTo>
                  <a:pt x="375799" y="120934"/>
                </a:lnTo>
                <a:lnTo>
                  <a:pt x="419511" y="101001"/>
                </a:lnTo>
                <a:lnTo>
                  <a:pt x="465013" y="82666"/>
                </a:lnTo>
                <a:lnTo>
                  <a:pt x="512208" y="65991"/>
                </a:lnTo>
                <a:lnTo>
                  <a:pt x="560996" y="51042"/>
                </a:lnTo>
                <a:lnTo>
                  <a:pt x="611279" y="37880"/>
                </a:lnTo>
                <a:lnTo>
                  <a:pt x="662960" y="26569"/>
                </a:lnTo>
                <a:lnTo>
                  <a:pt x="715940" y="17173"/>
                </a:lnTo>
                <a:lnTo>
                  <a:pt x="770120" y="9755"/>
                </a:lnTo>
                <a:lnTo>
                  <a:pt x="825404" y="4377"/>
                </a:lnTo>
                <a:lnTo>
                  <a:pt x="881691" y="1105"/>
                </a:lnTo>
                <a:lnTo>
                  <a:pt x="938885" y="0"/>
                </a:lnTo>
                <a:lnTo>
                  <a:pt x="996080" y="1105"/>
                </a:lnTo>
                <a:lnTo>
                  <a:pt x="1052369" y="4377"/>
                </a:lnTo>
                <a:lnTo>
                  <a:pt x="1107654" y="9755"/>
                </a:lnTo>
                <a:lnTo>
                  <a:pt x="1161835" y="17173"/>
                </a:lnTo>
                <a:lnTo>
                  <a:pt x="1214816" y="26569"/>
                </a:lnTo>
                <a:lnTo>
                  <a:pt x="1266498" y="37880"/>
                </a:lnTo>
                <a:lnTo>
                  <a:pt x="1316782" y="51042"/>
                </a:lnTo>
                <a:lnTo>
                  <a:pt x="1365571" y="65991"/>
                </a:lnTo>
                <a:lnTo>
                  <a:pt x="1412766" y="82666"/>
                </a:lnTo>
                <a:lnTo>
                  <a:pt x="1458269" y="101001"/>
                </a:lnTo>
                <a:lnTo>
                  <a:pt x="1501982" y="120934"/>
                </a:lnTo>
                <a:lnTo>
                  <a:pt x="1543806" y="142402"/>
                </a:lnTo>
                <a:lnTo>
                  <a:pt x="1583644" y="165341"/>
                </a:lnTo>
                <a:lnTo>
                  <a:pt x="1621397" y="189688"/>
                </a:lnTo>
                <a:lnTo>
                  <a:pt x="1656967" y="215379"/>
                </a:lnTo>
                <a:lnTo>
                  <a:pt x="1690256" y="242352"/>
                </a:lnTo>
                <a:lnTo>
                  <a:pt x="1721165" y="270542"/>
                </a:lnTo>
                <a:lnTo>
                  <a:pt x="1749597" y="299887"/>
                </a:lnTo>
                <a:lnTo>
                  <a:pt x="1775452" y="330323"/>
                </a:lnTo>
                <a:lnTo>
                  <a:pt x="1798634" y="361787"/>
                </a:lnTo>
                <a:lnTo>
                  <a:pt x="1819044" y="394216"/>
                </a:lnTo>
                <a:lnTo>
                  <a:pt x="1851153" y="461714"/>
                </a:lnTo>
                <a:lnTo>
                  <a:pt x="1870995" y="532310"/>
                </a:lnTo>
                <a:lnTo>
                  <a:pt x="1877783" y="60549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5722" y="725296"/>
            <a:ext cx="11760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EmbedX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7" y="85648"/>
            <a:ext cx="3313684" cy="16842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8369" y="1862326"/>
            <a:ext cx="15304135" cy="674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Research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Drone</a:t>
            </a:r>
            <a:r>
              <a:rPr dirty="0" u="heavy" sz="2800" spc="-5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Flow</a:t>
            </a:r>
            <a:r>
              <a:rPr dirty="0" u="heavy" sz="2800" spc="-5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User</a:t>
            </a:r>
            <a:r>
              <a:rPr dirty="0" u="heavy" sz="2800" spc="-5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3"/>
              </a:rPr>
              <a:t>Guide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A</a:t>
            </a:r>
            <a:r>
              <a:rPr dirty="0" u="heavy" sz="2800" spc="-8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 spc="-3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Low-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Cost</a:t>
            </a:r>
            <a:r>
              <a:rPr dirty="0" u="heavy" sz="2800" spc="-8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and</a:t>
            </a:r>
            <a:r>
              <a:rPr dirty="0" u="heavy" sz="2800" spc="-8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 spc="-2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High-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Precision</a:t>
            </a:r>
            <a:r>
              <a:rPr dirty="0" u="heavy" sz="2800" spc="-8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Underwater</a:t>
            </a:r>
            <a:r>
              <a:rPr dirty="0" u="heavy" sz="2800" spc="-8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Integrated</a:t>
            </a:r>
            <a:r>
              <a:rPr dirty="0" u="heavy" sz="2800" spc="-8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Navigation</a:t>
            </a:r>
            <a:r>
              <a:rPr dirty="0" u="heavy" sz="2800" spc="-8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4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A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 spc="-2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Multi-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Sensor</a:t>
            </a:r>
            <a:r>
              <a:rPr dirty="0" u="heavy" sz="2800" spc="-6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Fusion</a:t>
            </a:r>
            <a:r>
              <a:rPr dirty="0" u="heavy" sz="2800" spc="-7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Underwater</a:t>
            </a:r>
            <a:r>
              <a:rPr dirty="0" u="heavy" sz="2800" spc="-6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Localization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Method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Based</a:t>
            </a:r>
            <a:r>
              <a:rPr dirty="0" u="heavy" sz="2800" spc="-7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on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Unscented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Kalman</a:t>
            </a:r>
            <a:r>
              <a:rPr dirty="0" u="heavy" sz="2800" spc="-7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Filter</a:t>
            </a:r>
            <a:r>
              <a:rPr dirty="0" u="heavy" sz="2800" spc="-6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on</a:t>
            </a:r>
            <a:r>
              <a:rPr dirty="0" u="heavy" sz="2800" spc="-65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dirty="0" u="heavy" sz="2800" spc="-10">
                <a:solidFill>
                  <a:srgbClr val="1F728C"/>
                </a:solidFill>
                <a:uFill>
                  <a:solidFill>
                    <a:srgbClr val="1F728C"/>
                  </a:solidFill>
                </a:uFill>
                <a:latin typeface="Calibri"/>
                <a:cs typeface="Calibri"/>
                <a:hlinkClick r:id="rId5"/>
              </a:rPr>
              <a:t>Manifolds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dirty="0" u="heavy" sz="2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Hardware</a:t>
            </a:r>
            <a:r>
              <a:rPr dirty="0" u="heavy" sz="2800" spc="-1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References: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 spc="-25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6"/>
              </a:rPr>
              <a:t>ESP32-</a:t>
            </a:r>
            <a:r>
              <a:rPr dirty="0" u="heavy" sz="2800" spc="-35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6"/>
              </a:rPr>
              <a:t>WROOM-</a:t>
            </a: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6"/>
              </a:rPr>
              <a:t>32E</a:t>
            </a:r>
            <a:r>
              <a:rPr dirty="0" u="heavy" sz="2800" spc="6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heavy" sz="2800" spc="-1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6"/>
              </a:rPr>
              <a:t>Datasheet</a:t>
            </a:r>
            <a:endParaRPr sz="2800">
              <a:latin typeface="Calibri"/>
              <a:cs typeface="Calibri"/>
            </a:endParaRPr>
          </a:p>
          <a:p>
            <a:pPr marL="394970" indent="-382270">
              <a:lnSpc>
                <a:spcPct val="100000"/>
              </a:lnSpc>
              <a:buFont typeface="Times New Roman"/>
              <a:buChar char="•"/>
              <a:tabLst>
                <a:tab pos="394970" algn="l"/>
              </a:tabLst>
            </a:pP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7"/>
              </a:rPr>
              <a:t>RM3100</a:t>
            </a:r>
            <a:r>
              <a:rPr dirty="0" u="heavy" sz="2800" spc="-1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dirty="0" u="heavy" sz="2800" spc="-1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7"/>
              </a:rPr>
              <a:t>Datasheet</a:t>
            </a:r>
            <a:endParaRPr sz="2800">
              <a:latin typeface="Calibri"/>
              <a:cs typeface="Calibri"/>
            </a:endParaRPr>
          </a:p>
          <a:p>
            <a:pPr marL="394970" indent="-382270">
              <a:lnSpc>
                <a:spcPct val="100000"/>
              </a:lnSpc>
              <a:buFont typeface="Times New Roman"/>
              <a:buChar char="•"/>
              <a:tabLst>
                <a:tab pos="394970" algn="l"/>
              </a:tabLst>
            </a:pPr>
            <a:r>
              <a:rPr dirty="0" sz="2800">
                <a:solidFill>
                  <a:srgbClr val="2C7B8F"/>
                </a:solidFill>
                <a:latin typeface="Calibri"/>
                <a:cs typeface="Calibri"/>
              </a:rPr>
              <a:t>MPU6050</a:t>
            </a:r>
            <a:r>
              <a:rPr dirty="0" sz="2800" spc="-114">
                <a:solidFill>
                  <a:srgbClr val="2C7B8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2C7B8F"/>
                </a:solidFill>
                <a:latin typeface="Calibri"/>
                <a:cs typeface="Calibri"/>
              </a:rPr>
              <a:t>Datasheet</a:t>
            </a:r>
            <a:endParaRPr sz="2800">
              <a:latin typeface="Calibri"/>
              <a:cs typeface="Calibri"/>
            </a:endParaRPr>
          </a:p>
          <a:p>
            <a:pPr marL="394970" indent="-382270">
              <a:lnSpc>
                <a:spcPct val="100000"/>
              </a:lnSpc>
              <a:buFont typeface="Times New Roman"/>
              <a:buChar char="•"/>
              <a:tabLst>
                <a:tab pos="394970" algn="l"/>
              </a:tabLst>
            </a:pP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8"/>
              </a:rPr>
              <a:t>MAX31865</a:t>
            </a:r>
            <a:r>
              <a:rPr dirty="0" u="heavy" sz="2800" spc="-13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dirty="0" u="heavy" sz="2800" spc="-1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8"/>
              </a:rPr>
              <a:t>Datasheet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9"/>
              </a:rPr>
              <a:t>PT100</a:t>
            </a:r>
            <a:r>
              <a:rPr dirty="0" u="heavy" sz="2800" spc="-9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dirty="0" u="heavy" sz="2800" spc="-1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9"/>
              </a:rPr>
              <a:t>Datasheet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 spc="-135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PI</a:t>
            </a:r>
            <a:r>
              <a:rPr dirty="0" u="heavy" sz="2800" spc="-65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dirty="0" u="heavy" sz="280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Detection</a:t>
            </a:r>
            <a:r>
              <a:rPr dirty="0" u="heavy" sz="2800" spc="-6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dirty="0" u="heavy" sz="2800" spc="-10">
                <a:solidFill>
                  <a:srgbClr val="2C7B8F"/>
                </a:solidFill>
                <a:uFill>
                  <a:solidFill>
                    <a:srgbClr val="2C7B8F"/>
                  </a:solidFill>
                </a:uFill>
                <a:latin typeface="Calibri"/>
                <a:cs typeface="Calibri"/>
                <a:hlinkClick r:id="rId10"/>
              </a:rPr>
              <a:t>Reference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40"/>
              </a:spcBef>
            </a:pPr>
            <a:r>
              <a:rPr dirty="0" sz="2800" b="1">
                <a:latin typeface="Calibri"/>
                <a:cs typeface="Calibri"/>
              </a:rPr>
              <a:t>Implementation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&amp;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Documentation:</a:t>
            </a:r>
            <a:endParaRPr sz="28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Font typeface="Times New Roman"/>
              <a:buChar char="•"/>
              <a:tabLst>
                <a:tab pos="314325" algn="l"/>
              </a:tabLst>
            </a:pPr>
            <a:r>
              <a:rPr dirty="0" u="heavy" sz="2800" b="1">
                <a:solidFill>
                  <a:srgbClr val="1F868C"/>
                </a:solidFill>
                <a:uFill>
                  <a:solidFill>
                    <a:srgbClr val="1F868C"/>
                  </a:solidFill>
                </a:uFill>
                <a:latin typeface="Calibri"/>
                <a:cs typeface="Calibri"/>
                <a:hlinkClick r:id="rId11"/>
              </a:rPr>
              <a:t>GitHub</a:t>
            </a:r>
            <a:r>
              <a:rPr dirty="0" u="heavy" sz="2800" spc="-70" b="1">
                <a:solidFill>
                  <a:srgbClr val="1F868C"/>
                </a:solidFill>
                <a:uFill>
                  <a:solidFill>
                    <a:srgbClr val="1F868C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dirty="0" u="heavy" sz="2800" spc="-10" b="1">
                <a:solidFill>
                  <a:srgbClr val="1F868C"/>
                </a:solidFill>
                <a:uFill>
                  <a:solidFill>
                    <a:srgbClr val="1F868C"/>
                  </a:solidFill>
                </a:uFill>
                <a:latin typeface="Calibri"/>
                <a:cs typeface="Calibri"/>
                <a:hlinkClick r:id="rId11"/>
              </a:rPr>
              <a:t>Repository</a:t>
            </a:r>
            <a:r>
              <a:rPr dirty="0" u="heavy" sz="2800" spc="700" b="1">
                <a:solidFill>
                  <a:srgbClr val="1F868C"/>
                </a:solidFill>
                <a:uFill>
                  <a:solidFill>
                    <a:srgbClr val="1F868C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SIH </a:t>
            </a:r>
            <a:r>
              <a:rPr dirty="0" spc="-20"/>
              <a:t>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8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2026-09-10T18:08:26Z</dcterms:created>
  <dcterms:modified xsi:type="dcterms:W3CDTF">2026-09-10T18:08:26Z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2026-09-10T00:00:00Z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2026-09-10T00:00:00Z</vt:filetime>
  </property>
  <property fmtid="{D5CDD505-2E9C-101B-9397-08002B2CF9AE}" pid="7" name="Producer">
    <vt:lpwstr>Adobe Express</vt:lpwstr>
  </property>
</Properties>
</file>